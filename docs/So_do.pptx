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96" r:id="rId3"/>
    <p:sldId id="297" r:id="rId4"/>
    <p:sldId id="274" r:id="rId5"/>
    <p:sldId id="257" r:id="rId6"/>
    <p:sldId id="267" r:id="rId7"/>
    <p:sldId id="298" r:id="rId8"/>
    <p:sldId id="294" r:id="rId9"/>
    <p:sldId id="286" r:id="rId10"/>
    <p:sldId id="281" r:id="rId11"/>
    <p:sldId id="282" r:id="rId12"/>
    <p:sldId id="283" r:id="rId13"/>
    <p:sldId id="284" r:id="rId14"/>
    <p:sldId id="285" r:id="rId15"/>
    <p:sldId id="287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9898"/>
    <a:srgbClr val="69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583" autoAdjust="0"/>
  </p:normalViewPr>
  <p:slideViewPr>
    <p:cSldViewPr snapToGrid="0">
      <p:cViewPr varScale="1">
        <p:scale>
          <a:sx n="75" d="100"/>
          <a:sy n="75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C437-8B60-4823-ABCE-3D9F2EB789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599A2-D4FB-46C6-97B3-140AFAB9E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599A2-D4FB-46C6-97B3-140AFAB9E8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4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19D4FD-3409-4B75-B998-871D405B04B5}"/>
              </a:ext>
            </a:extLst>
          </p:cNvPr>
          <p:cNvSpPr/>
          <p:nvPr/>
        </p:nvSpPr>
        <p:spPr>
          <a:xfrm>
            <a:off x="260059" y="218115"/>
            <a:ext cx="11719420" cy="64217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40811-281A-41C7-BDA9-759D44421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4168"/>
            <a:ext cx="9144000" cy="16557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32F8E-B1DF-4A1C-A4D8-AF2564C38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200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6E9CA-BE95-430A-8DF5-1622A252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8F704-0280-410F-93B5-B11BFAC4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5B413-60FD-4DED-941D-1939C4D4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D9A06-2C1B-4C02-8AF9-05D537A8F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6622" y="-71435"/>
            <a:ext cx="2816142" cy="2387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410EB1-8ED7-47EA-A407-D1B63C92F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802171" y="5683482"/>
            <a:ext cx="445047" cy="9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3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7E8D-28C5-403D-A0F9-51D004C3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7528-4A53-4D64-889E-D57FD7EEF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9FAF-9874-4A80-B2DE-34D2F35C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378B-1AE0-411F-BE4C-6B3EFB9D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5497-8E45-4C2F-9302-A14F9113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819654-7A54-4769-999D-27604504680B}"/>
              </a:ext>
            </a:extLst>
          </p:cNvPr>
          <p:cNvCxnSpPr>
            <a:cxnSpLocks/>
          </p:cNvCxnSpPr>
          <p:nvPr/>
        </p:nvCxnSpPr>
        <p:spPr>
          <a:xfrm>
            <a:off x="558105" y="1988191"/>
            <a:ext cx="0" cy="4869809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D62D3-43E7-486B-91E0-15EE81D32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175" y="599633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5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7E8D-28C5-403D-A0F9-51D004C3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7528-4A53-4D64-889E-D57FD7EEF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9FAF-9874-4A80-B2DE-34D2F35C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378B-1AE0-411F-BE4C-6B3EFB9D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5497-8E45-4C2F-9302-A14F9113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9A36FA-A7A6-4782-8185-1D46C50817C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68036" y="0"/>
            <a:ext cx="1" cy="1156854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E817885-EAD7-4685-86A4-A1409CDE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106" y="1156854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0B0D8E-DA0E-42FA-8100-15AB29611994}"/>
              </a:ext>
            </a:extLst>
          </p:cNvPr>
          <p:cNvSpPr/>
          <p:nvPr/>
        </p:nvSpPr>
        <p:spPr>
          <a:xfrm>
            <a:off x="260059" y="218115"/>
            <a:ext cx="11719420" cy="64217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1B920-D697-4C1E-A3A0-3FB2CE99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910" y="3541975"/>
            <a:ext cx="10104540" cy="10474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07C94-B6D8-431F-9CFF-AFB0F22A3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2910" y="459853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1C124-92FF-4833-A0C7-D5AEB724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94FC-2093-4592-96D6-21729CF3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450C8-2E9B-4441-80DC-1B77EF41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70A50-21D8-4ED2-8D2F-519C2ED19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053" y="3542773"/>
            <a:ext cx="445047" cy="9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8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FC44-78AC-4E0D-B2DB-F84D0D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0833-FF37-437E-BBC8-411317CC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411AF-9241-4078-81A9-4937355E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8891A-EC92-4AD4-AC70-9A38DB59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CE5E1-B1B3-4BAD-8DB5-7503F1B4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AD381-5CA6-486D-8036-47EB7964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ADBC82-265E-4887-8A76-20D70F311D7E}"/>
              </a:ext>
            </a:extLst>
          </p:cNvPr>
          <p:cNvCxnSpPr>
            <a:cxnSpLocks/>
          </p:cNvCxnSpPr>
          <p:nvPr/>
        </p:nvCxnSpPr>
        <p:spPr>
          <a:xfrm>
            <a:off x="558105" y="1988191"/>
            <a:ext cx="0" cy="4869809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EA20F03-7EAA-4A3C-ABF9-A0D73E592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175" y="599633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548B81-AE9B-47DD-9710-74F304CA3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80688-036E-4179-995B-B4840530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28C99-A331-44A8-A33D-6DBB5DD9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24D7-3388-4C6F-A977-123758DF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4D160-BC66-4A56-BE5C-C1C5233800F5}"/>
              </a:ext>
            </a:extLst>
          </p:cNvPr>
          <p:cNvSpPr/>
          <p:nvPr/>
        </p:nvSpPr>
        <p:spPr>
          <a:xfrm>
            <a:off x="4641011" y="0"/>
            <a:ext cx="755098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56F301F-C67D-4DDD-A677-565E7C74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4980"/>
            <a:ext cx="3690267" cy="1112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8E13A2-32DA-4F85-83ED-A28CFEA2E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69026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200157-EE9A-4BFA-8D47-BAC074B6ED9D}"/>
              </a:ext>
            </a:extLst>
          </p:cNvPr>
          <p:cNvCxnSpPr>
            <a:cxnSpLocks/>
          </p:cNvCxnSpPr>
          <p:nvPr/>
        </p:nvCxnSpPr>
        <p:spPr>
          <a:xfrm>
            <a:off x="568036" y="0"/>
            <a:ext cx="0" cy="906011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B32220B-4590-4D85-83CC-D0D238F3A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769" y="987425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1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43C42-D3C7-4DB9-9C70-D68FE533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67428-CE7E-426C-9350-731CEA38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EBBE6-6500-4E96-8606-D2B3D9D5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3C568-1358-4B09-B66B-D42D7720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639" y="0"/>
            <a:ext cx="755236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ED06A7-0A0D-49DF-A1DC-27375A70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690267" cy="1112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473702A-7915-4AF3-AF35-F8C1293A7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69026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3718FA-8907-4743-81F8-D6722B98C0AE}"/>
              </a:ext>
            </a:extLst>
          </p:cNvPr>
          <p:cNvCxnSpPr>
            <a:cxnSpLocks/>
          </p:cNvCxnSpPr>
          <p:nvPr/>
        </p:nvCxnSpPr>
        <p:spPr>
          <a:xfrm>
            <a:off x="568036" y="0"/>
            <a:ext cx="0" cy="906011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9A79705-0BF2-40BE-BD37-44593DD96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769" y="987425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4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749E-3F3F-4F32-84F3-F5F038A0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18A8-86AE-4EF3-8917-AD2F0C5A5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C5AD0-B0EC-4162-9764-5A6477F2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01B52-B701-4493-886C-8B8F6576C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F8427-6120-4FD5-8569-B5FF66465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93FB9-4EBD-46FE-9E63-05F2A828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138A0-979D-45F6-809E-58FED8EB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38E6F-90B9-4A71-B32E-EF2ADD62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8FFBFC-A49E-44FC-9C66-7CCC8D99B0C4}"/>
              </a:ext>
            </a:extLst>
          </p:cNvPr>
          <p:cNvCxnSpPr>
            <a:cxnSpLocks/>
          </p:cNvCxnSpPr>
          <p:nvPr/>
        </p:nvCxnSpPr>
        <p:spPr>
          <a:xfrm>
            <a:off x="558105" y="1988191"/>
            <a:ext cx="0" cy="4869809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B7907A8-0D37-4F1B-A622-AF54BCCEF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175" y="599633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1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B1AE3-F9F8-424D-9F08-67E0E8D7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5794D-9001-4DFA-9481-315A4F9B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D1FE6-E6FE-4D00-AA7E-99F31911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C20E57-29DA-4F4D-B6A5-7D685F08E04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036" y="0"/>
            <a:ext cx="1" cy="1156854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DC18FA9-C168-44A7-A95C-3F6DD2C5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106" y="1156854"/>
            <a:ext cx="427861" cy="86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9C766-0E13-4BA4-BF7F-0A1DB11E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45497-DC84-439B-BFC9-894E6883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AFE3C-4137-4FAE-87BF-C46F09D1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32A8C0-EF30-4D0D-98F0-76479219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Lato Bold" panose="020F0802020204030203" pitchFamily="34" charset="0"/>
              </a:rPr>
              <a:t>Click to edit Master title style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Lato Bold" panose="020F0802020204030203" pitchFamily="34" charset="0"/>
              <a:cs typeface="Lato Bold" panose="020F08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94E0F-B357-4757-BB5C-23E04418D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FA94C5-4DF9-48B6-B453-A7BA895FB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6808" y="5223545"/>
            <a:ext cx="331051" cy="66998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4C1DC2-BFBF-4701-98B7-2AEE4114FB76}"/>
              </a:ext>
            </a:extLst>
          </p:cNvPr>
          <p:cNvCxnSpPr>
            <a:cxnSpLocks/>
          </p:cNvCxnSpPr>
          <p:nvPr/>
        </p:nvCxnSpPr>
        <p:spPr>
          <a:xfrm>
            <a:off x="4613270" y="1940118"/>
            <a:ext cx="0" cy="3224255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9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E6D1-ED82-4BF0-956E-1690CF6D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A2A11-73DB-43B9-B1C8-CF012477F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1CB9-A30F-4A5D-8F79-94927363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49C96-6D41-4883-BCCB-58380F4F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C18B5-12C9-432A-BA78-EA6149D8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95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9C766-0E13-4BA4-BF7F-0A1DB11E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45497-DC84-439B-BFC9-894E6883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AFE3C-4137-4FAE-87BF-C46F09D1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94E0F-B357-4757-BB5C-23E04418D6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72364" y="963877"/>
            <a:ext cx="4881436" cy="4930246"/>
          </a:xfrm>
        </p:spPr>
        <p:txBody>
          <a:bodyPr anchor="ctr">
            <a:normAutofit/>
          </a:bodyPr>
          <a:lstStyle>
            <a:lvl1pPr>
              <a:defRPr/>
            </a:lvl1pPr>
          </a:lstStyle>
          <a:p>
            <a:pPr marL="0" lvl="0" indent="0">
              <a:buNone/>
            </a:pPr>
            <a:r>
              <a:rPr lang="en-US" sz="2400" dirty="0"/>
              <a:t>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FA94C5-4DF9-48B6-B453-A7BA895FB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59" y="5176119"/>
            <a:ext cx="331051" cy="66998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4C1DC2-BFBF-4701-98B7-2AEE4114FB76}"/>
              </a:ext>
            </a:extLst>
          </p:cNvPr>
          <p:cNvCxnSpPr>
            <a:cxnSpLocks/>
          </p:cNvCxnSpPr>
          <p:nvPr/>
        </p:nvCxnSpPr>
        <p:spPr>
          <a:xfrm>
            <a:off x="5396285" y="1824629"/>
            <a:ext cx="0" cy="3224255"/>
          </a:xfrm>
          <a:prstGeom prst="line">
            <a:avLst/>
          </a:prstGeom>
          <a:ln w="22225">
            <a:solidFill>
              <a:srgbClr val="CEA3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EE40763-9147-4BCF-8C30-E6740A45E1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" t="373" r="-1629" b="1"/>
          <a:stretch/>
        </p:blipFill>
        <p:spPr>
          <a:xfrm>
            <a:off x="0" y="0"/>
            <a:ext cx="4935063" cy="687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30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5CF78-AC4D-4F33-A19B-1861CD20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BF9CA-E5F3-4583-A51E-75A4F439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7473A-B38C-4A25-B095-A6279C94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0BEB3-DF30-4A09-8CC0-6B4474A2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C5894-180C-4522-A14B-DA69B280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731B-E67E-4AF4-94EC-94946BA7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8FB9E-F086-4AFD-A24C-4AC0A2ED678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54EAD-7559-4DD4-A34F-248ECC590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8EEA7-2154-4C6D-983E-A30A6A54C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7F91F-57EF-464E-9B7E-21DE08DF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>
              <a:lumMod val="75000"/>
              <a:lumOff val="25000"/>
            </a:schemeClr>
          </a:solidFill>
          <a:latin typeface="Lato Bold" panose="020F0802020204030203" pitchFamily="34" charset="0"/>
          <a:ea typeface="+mj-ea"/>
          <a:cs typeface="Lato Bold" panose="020F08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10.xml"/><Relationship Id="rId18" Type="http://schemas.openxmlformats.org/officeDocument/2006/relationships/slide" Target="slide6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2.png"/><Relationship Id="rId12" Type="http://schemas.openxmlformats.org/officeDocument/2006/relationships/slide" Target="slide9.xml"/><Relationship Id="rId17" Type="http://schemas.openxmlformats.org/officeDocument/2006/relationships/slide" Target="slide13.xml"/><Relationship Id="rId2" Type="http://schemas.openxmlformats.org/officeDocument/2006/relationships/image" Target="../media/image7.png"/><Relationship Id="rId16" Type="http://schemas.openxmlformats.org/officeDocument/2006/relationships/slide" Target="slide15.xml"/><Relationship Id="rId20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12.xml"/><Relationship Id="rId10" Type="http://schemas.openxmlformats.org/officeDocument/2006/relationships/image" Target="../media/image15.png"/><Relationship Id="rId19" Type="http://schemas.openxmlformats.org/officeDocument/2006/relationships/slide" Target="slide14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4.xml"/><Relationship Id="rId7" Type="http://schemas.openxmlformats.org/officeDocument/2006/relationships/slide" Target="slide13.xml"/><Relationship Id="rId12" Type="http://schemas.openxmlformats.org/officeDocument/2006/relationships/slide" Target="slide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12.xml"/><Relationship Id="rId5" Type="http://schemas.openxmlformats.org/officeDocument/2006/relationships/slide" Target="slide9.xml"/><Relationship Id="rId10" Type="http://schemas.openxmlformats.org/officeDocument/2006/relationships/slide" Target="slide14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1322" y="3340604"/>
            <a:ext cx="3769356" cy="2743200"/>
          </a:xfrm>
          <a:custGeom>
            <a:avLst/>
            <a:gdLst/>
            <a:ahLst/>
            <a:cxnLst/>
            <a:rect l="l" t="t" r="r" b="b"/>
            <a:pathLst>
              <a:path w="5654034" h="4114800">
                <a:moveTo>
                  <a:pt x="0" y="0"/>
                </a:moveTo>
                <a:lnTo>
                  <a:pt x="5654034" y="0"/>
                </a:lnTo>
                <a:lnTo>
                  <a:pt x="5654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897" r="-1012" b="-129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98966" y="190327"/>
            <a:ext cx="994068" cy="990946"/>
          </a:xfrm>
          <a:custGeom>
            <a:avLst/>
            <a:gdLst/>
            <a:ahLst/>
            <a:cxnLst/>
            <a:rect l="l" t="t" r="r" b="b"/>
            <a:pathLst>
              <a:path w="1491102" h="1486419">
                <a:moveTo>
                  <a:pt x="0" y="0"/>
                </a:moveTo>
                <a:lnTo>
                  <a:pt x="1491102" y="0"/>
                </a:lnTo>
                <a:lnTo>
                  <a:pt x="1491102" y="1486420"/>
                </a:lnTo>
                <a:lnTo>
                  <a:pt x="0" y="14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92529" y="1844100"/>
            <a:ext cx="8406942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182CF"/>
                </a:solidFill>
                <a:latin typeface="Lato Black" panose="020F0A02020204030203" pitchFamily="34" charset="0"/>
                <a:ea typeface="TNH Xuong Bold"/>
                <a:cs typeface="Lato Black" panose="020F0A02020204030203" pitchFamily="34" charset="0"/>
                <a:sym typeface="TNH Xuong Bold"/>
              </a:rPr>
              <a:t>GIẢI CHẠY MƯỜNG THANH FUN RUN</a:t>
            </a:r>
          </a:p>
        </p:txBody>
      </p:sp>
    </p:spTree>
    <p:extLst>
      <p:ext uri="{BB962C8B-B14F-4D97-AF65-F5344CB8AC3E}">
        <p14:creationId xmlns:p14="http://schemas.microsoft.com/office/powerpoint/2010/main" val="336317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4B38-CA33-4ECF-BB86-EC76724D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THÔNG TIN CHUNG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D5BF-4D8A-4D04-AD03-1B8DE19D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825625"/>
            <a:ext cx="10515600" cy="4351338"/>
          </a:xfrm>
        </p:spPr>
        <p:txBody>
          <a:bodyPr/>
          <a:lstStyle/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: </a:t>
            </a:r>
            <a:r>
              <a:rPr lang="en-US" dirty="0" err="1"/>
              <a:t>Mường</a:t>
            </a:r>
            <a:r>
              <a:rPr lang="en-US" dirty="0"/>
              <a:t> Thanh Fun Run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28/10/2026</a:t>
            </a:r>
          </a:p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dirty="0" err="1"/>
              <a:t>Tràng</a:t>
            </a:r>
            <a:r>
              <a:rPr lang="en-US" dirty="0"/>
              <a:t> An Golf &amp; Resort</a:t>
            </a:r>
          </a:p>
          <a:p>
            <a:r>
              <a:rPr lang="en-US" dirty="0" err="1"/>
              <a:t>Cự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thưởng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DDC2B7-77FB-4AF1-B14D-FC5287B03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339080"/>
              </p:ext>
            </p:extLst>
          </p:nvPr>
        </p:nvGraphicFramePr>
        <p:xfrm>
          <a:off x="2032000" y="4001294"/>
          <a:ext cx="8788401" cy="2582387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73682">
                  <a:extLst>
                    <a:ext uri="{9D8B030D-6E8A-4147-A177-3AD203B41FA5}">
                      <a16:colId xmlns:a16="http://schemas.microsoft.com/office/drawing/2014/main" val="2369878551"/>
                    </a:ext>
                  </a:extLst>
                </a:gridCol>
                <a:gridCol w="1361049">
                  <a:extLst>
                    <a:ext uri="{9D8B030D-6E8A-4147-A177-3AD203B41FA5}">
                      <a16:colId xmlns:a16="http://schemas.microsoft.com/office/drawing/2014/main" val="2923970894"/>
                    </a:ext>
                  </a:extLst>
                </a:gridCol>
                <a:gridCol w="2376837">
                  <a:extLst>
                    <a:ext uri="{9D8B030D-6E8A-4147-A177-3AD203B41FA5}">
                      <a16:colId xmlns:a16="http://schemas.microsoft.com/office/drawing/2014/main" val="2447021731"/>
                    </a:ext>
                  </a:extLst>
                </a:gridCol>
                <a:gridCol w="1492629">
                  <a:extLst>
                    <a:ext uri="{9D8B030D-6E8A-4147-A177-3AD203B41FA5}">
                      <a16:colId xmlns:a16="http://schemas.microsoft.com/office/drawing/2014/main" val="1495760289"/>
                    </a:ext>
                  </a:extLst>
                </a:gridCol>
                <a:gridCol w="1492629">
                  <a:extLst>
                    <a:ext uri="{9D8B030D-6E8A-4147-A177-3AD203B41FA5}">
                      <a16:colId xmlns:a16="http://schemas.microsoft.com/office/drawing/2014/main" val="2988534827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2012044886"/>
                    </a:ext>
                  </a:extLst>
                </a:gridCol>
              </a:tblGrid>
              <a:tr h="448317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STT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Giới</a:t>
                      </a: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tính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</a:t>
                      </a: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tuổi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5km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10km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15km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056141"/>
                  </a:ext>
                </a:extLst>
              </a:tr>
              <a:tr h="426814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Dưới 35 tuổi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88230"/>
                  </a:ext>
                </a:extLst>
              </a:tr>
              <a:tr h="426814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Từ</a:t>
                      </a: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35 </a:t>
                      </a: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tuổi</a:t>
                      </a: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trở</a:t>
                      </a: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lên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342514"/>
                  </a:ext>
                </a:extLst>
              </a:tr>
              <a:tr h="426814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Nữ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Dưới 35 tuổi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091544"/>
                  </a:ext>
                </a:extLst>
              </a:tr>
              <a:tr h="426814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Từ 35 tuổi trở lên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04097"/>
                  </a:ext>
                </a:extLst>
              </a:tr>
              <a:tr h="426814">
                <a:tc gridSpan="3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Tổng số nhóm thi đấu</a:t>
                      </a:r>
                      <a:endParaRPr lang="en-US" sz="24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</a:t>
                      </a:r>
                      <a:endParaRPr lang="en-US" sz="24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  <a:endParaRPr lang="en-US" sz="24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  <a:endParaRPr lang="en-US" sz="24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53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17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4B38-CA33-4ECF-BB86-EC76724D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THỂ THỨC THI ĐẤU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D5BF-4D8A-4D04-AD03-1B8DE19D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825625"/>
            <a:ext cx="10515600" cy="4351338"/>
          </a:xfrm>
        </p:spPr>
        <p:txBody>
          <a:bodyPr/>
          <a:lstStyle/>
          <a:p>
            <a:r>
              <a:rPr lang="en-US" dirty="0"/>
              <a:t>VĐV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cự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8C7996-4BDB-4DD6-A8A1-423C94A84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9514"/>
              </p:ext>
            </p:extLst>
          </p:nvPr>
        </p:nvGraphicFramePr>
        <p:xfrm>
          <a:off x="1247140" y="2822786"/>
          <a:ext cx="9697720" cy="298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430">
                  <a:extLst>
                    <a:ext uri="{9D8B030D-6E8A-4147-A177-3AD203B41FA5}">
                      <a16:colId xmlns:a16="http://schemas.microsoft.com/office/drawing/2014/main" val="2841496310"/>
                    </a:ext>
                  </a:extLst>
                </a:gridCol>
                <a:gridCol w="1860750">
                  <a:extLst>
                    <a:ext uri="{9D8B030D-6E8A-4147-A177-3AD203B41FA5}">
                      <a16:colId xmlns:a16="http://schemas.microsoft.com/office/drawing/2014/main" val="4283527681"/>
                    </a:ext>
                  </a:extLst>
                </a:gridCol>
                <a:gridCol w="2727484">
                  <a:extLst>
                    <a:ext uri="{9D8B030D-6E8A-4147-A177-3AD203B41FA5}">
                      <a16:colId xmlns:a16="http://schemas.microsoft.com/office/drawing/2014/main" val="3702719346"/>
                    </a:ext>
                  </a:extLst>
                </a:gridCol>
                <a:gridCol w="2685056">
                  <a:extLst>
                    <a:ext uri="{9D8B030D-6E8A-4147-A177-3AD203B41FA5}">
                      <a16:colId xmlns:a16="http://schemas.microsoft.com/office/drawing/2014/main" val="1992465529"/>
                    </a:ext>
                  </a:extLst>
                </a:gridCol>
              </a:tblGrid>
              <a:tr h="7452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Cự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ly</a:t>
                      </a: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Vòng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chạy</a:t>
                      </a: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Thời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gian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tối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đa</a:t>
                      </a: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Kiểm</a:t>
                      </a:r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 Narrow" panose="020B0606020202030204" pitchFamily="34" charset="0"/>
                        </a:rPr>
                        <a:t>soát</a:t>
                      </a: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587727"/>
                  </a:ext>
                </a:extLst>
              </a:tr>
              <a:tr h="7452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5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75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phút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349384"/>
                  </a:ext>
                </a:extLst>
              </a:tr>
              <a:tr h="7452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10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120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phút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1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vòng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đeo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tay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657416"/>
                  </a:ext>
                </a:extLst>
              </a:tr>
              <a:tr h="7452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15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150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phút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2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vòng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đeo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tay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118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81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4"/>
          <p:cNvGrpSpPr/>
          <p:nvPr/>
        </p:nvGrpSpPr>
        <p:grpSpPr>
          <a:xfrm>
            <a:off x="1037244" y="4057944"/>
            <a:ext cx="1970858" cy="1251124"/>
            <a:chOff x="0" y="0"/>
            <a:chExt cx="4633891" cy="294165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633891" cy="2941651"/>
            </a:xfrm>
            <a:custGeom>
              <a:avLst/>
              <a:gdLst/>
              <a:ahLst/>
              <a:cxnLst/>
              <a:rect l="l" t="t" r="r" b="b"/>
              <a:pathLst>
                <a:path w="4633891" h="2941651">
                  <a:moveTo>
                    <a:pt x="0" y="0"/>
                  </a:moveTo>
                  <a:lnTo>
                    <a:pt x="4633891" y="0"/>
                  </a:lnTo>
                  <a:lnTo>
                    <a:pt x="4633891" y="2941651"/>
                  </a:lnTo>
                  <a:lnTo>
                    <a:pt x="0" y="294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67" t="-14864" r="-7445" b="-1152"/>
              </a:stretch>
            </a:blipFill>
          </p:spPr>
        </p:sp>
        <p:grpSp>
          <p:nvGrpSpPr>
            <p:cNvPr id="56" name="Group 56"/>
            <p:cNvGrpSpPr/>
            <p:nvPr/>
          </p:nvGrpSpPr>
          <p:grpSpPr>
            <a:xfrm>
              <a:off x="4158646" y="148547"/>
              <a:ext cx="369215" cy="366029"/>
              <a:chOff x="0" y="0"/>
              <a:chExt cx="812800" cy="80578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4216931" y="151998"/>
              <a:ext cx="25264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37244" y="2651917"/>
            <a:ext cx="1306976" cy="1223733"/>
            <a:chOff x="0" y="0"/>
            <a:chExt cx="3163620" cy="292347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163620" cy="2923477"/>
            </a:xfrm>
            <a:custGeom>
              <a:avLst/>
              <a:gdLst/>
              <a:ahLst/>
              <a:cxnLst/>
              <a:rect l="l" t="t" r="r" b="b"/>
              <a:pathLst>
                <a:path w="3163620" h="2923477">
                  <a:moveTo>
                    <a:pt x="0" y="0"/>
                  </a:moveTo>
                  <a:lnTo>
                    <a:pt x="3163620" y="0"/>
                  </a:lnTo>
                  <a:lnTo>
                    <a:pt x="3163620" y="2923477"/>
                  </a:lnTo>
                  <a:lnTo>
                    <a:pt x="0" y="2923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62" name="Group 62"/>
            <p:cNvGrpSpPr/>
            <p:nvPr/>
          </p:nvGrpSpPr>
          <p:grpSpPr>
            <a:xfrm>
              <a:off x="2678753" y="105775"/>
              <a:ext cx="373475" cy="370251"/>
              <a:chOff x="0" y="0"/>
              <a:chExt cx="812800" cy="805784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2737708" y="119232"/>
              <a:ext cx="255564" cy="304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7"/>
                </a:lnSpc>
              </a:pPr>
              <a:r>
                <a:rPr lang="en-US" sz="941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1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10265" y="1274525"/>
            <a:ext cx="1330187" cy="1224232"/>
            <a:chOff x="0" y="0"/>
            <a:chExt cx="3127541" cy="302211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127541" cy="3022119"/>
            </a:xfrm>
            <a:custGeom>
              <a:avLst/>
              <a:gdLst/>
              <a:ahLst/>
              <a:cxnLst/>
              <a:rect l="l" t="t" r="r" b="b"/>
              <a:pathLst>
                <a:path w="3127541" h="3022119">
                  <a:moveTo>
                    <a:pt x="0" y="0"/>
                  </a:moveTo>
                  <a:lnTo>
                    <a:pt x="3127541" y="0"/>
                  </a:lnTo>
                  <a:lnTo>
                    <a:pt x="3127541" y="3022119"/>
                  </a:lnTo>
                  <a:lnTo>
                    <a:pt x="0" y="302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68" name="Group 68"/>
            <p:cNvGrpSpPr/>
            <p:nvPr/>
          </p:nvGrpSpPr>
          <p:grpSpPr>
            <a:xfrm>
              <a:off x="2709581" y="223009"/>
              <a:ext cx="369215" cy="366029"/>
              <a:chOff x="0" y="0"/>
              <a:chExt cx="812800" cy="805784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2767863" y="226460"/>
              <a:ext cx="252652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2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624188" y="1285755"/>
            <a:ext cx="1352899" cy="1216368"/>
            <a:chOff x="0" y="0"/>
            <a:chExt cx="3180943" cy="285993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180943" cy="2859930"/>
            </a:xfrm>
            <a:custGeom>
              <a:avLst/>
              <a:gdLst/>
              <a:ahLst/>
              <a:cxnLst/>
              <a:rect l="l" t="t" r="r" b="b"/>
              <a:pathLst>
                <a:path w="3180943" h="2859930">
                  <a:moveTo>
                    <a:pt x="0" y="0"/>
                  </a:moveTo>
                  <a:lnTo>
                    <a:pt x="3180943" y="0"/>
                  </a:lnTo>
                  <a:lnTo>
                    <a:pt x="3180943" y="2859930"/>
                  </a:lnTo>
                  <a:lnTo>
                    <a:pt x="0" y="2859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74" name="Group 74"/>
            <p:cNvGrpSpPr/>
            <p:nvPr/>
          </p:nvGrpSpPr>
          <p:grpSpPr>
            <a:xfrm>
              <a:off x="2760927" y="52695"/>
              <a:ext cx="369215" cy="366029"/>
              <a:chOff x="0" y="0"/>
              <a:chExt cx="812800" cy="805784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2819211" y="56148"/>
              <a:ext cx="25264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3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633906" y="2653459"/>
            <a:ext cx="1352899" cy="1211485"/>
            <a:chOff x="0" y="0"/>
            <a:chExt cx="3231743" cy="2848449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231743" cy="2848449"/>
            </a:xfrm>
            <a:custGeom>
              <a:avLst/>
              <a:gdLst/>
              <a:ahLst/>
              <a:cxnLst/>
              <a:rect l="l" t="t" r="r" b="b"/>
              <a:pathLst>
                <a:path w="3231743" h="2848449">
                  <a:moveTo>
                    <a:pt x="0" y="0"/>
                  </a:moveTo>
                  <a:lnTo>
                    <a:pt x="3231743" y="0"/>
                  </a:lnTo>
                  <a:lnTo>
                    <a:pt x="3231743" y="2848449"/>
                  </a:lnTo>
                  <a:lnTo>
                    <a:pt x="0" y="2848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05" r="-4991"/>
              </a:stretch>
            </a:blipFill>
          </p:spPr>
        </p:sp>
        <p:grpSp>
          <p:nvGrpSpPr>
            <p:cNvPr id="80" name="Group 80"/>
            <p:cNvGrpSpPr/>
            <p:nvPr/>
          </p:nvGrpSpPr>
          <p:grpSpPr>
            <a:xfrm>
              <a:off x="2811727" y="121696"/>
              <a:ext cx="369215" cy="366029"/>
              <a:chOff x="0" y="0"/>
              <a:chExt cx="812800" cy="805784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2870011" y="125148"/>
              <a:ext cx="25264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4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1009554" y="868530"/>
              <a:ext cx="478955" cy="478955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03"/>
                  </a:lnSpc>
                </a:pPr>
                <a:endParaRPr sz="1200"/>
              </a:p>
            </p:txBody>
          </p:sp>
        </p:grpSp>
      </p:grpSp>
      <p:grpSp>
        <p:nvGrpSpPr>
          <p:cNvPr id="87" name="Group 87"/>
          <p:cNvGrpSpPr/>
          <p:nvPr/>
        </p:nvGrpSpPr>
        <p:grpSpPr>
          <a:xfrm>
            <a:off x="10622417" y="4053529"/>
            <a:ext cx="1365474" cy="1309166"/>
            <a:chOff x="0" y="0"/>
            <a:chExt cx="3210508" cy="3078119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210508" cy="3078119"/>
            </a:xfrm>
            <a:custGeom>
              <a:avLst/>
              <a:gdLst/>
              <a:ahLst/>
              <a:cxnLst/>
              <a:rect l="l" t="t" r="r" b="b"/>
              <a:pathLst>
                <a:path w="3210508" h="3078119">
                  <a:moveTo>
                    <a:pt x="0" y="0"/>
                  </a:moveTo>
                  <a:lnTo>
                    <a:pt x="3210508" y="0"/>
                  </a:lnTo>
                  <a:lnTo>
                    <a:pt x="3210508" y="3078119"/>
                  </a:lnTo>
                  <a:lnTo>
                    <a:pt x="0" y="307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47" b="-1147"/>
              </a:stretch>
            </a:blipFill>
          </p:spPr>
        </p:sp>
        <p:grpSp>
          <p:nvGrpSpPr>
            <p:cNvPr id="89" name="Group 89"/>
            <p:cNvGrpSpPr/>
            <p:nvPr/>
          </p:nvGrpSpPr>
          <p:grpSpPr>
            <a:xfrm>
              <a:off x="2759709" y="57756"/>
              <a:ext cx="369215" cy="366029"/>
              <a:chOff x="0" y="0"/>
              <a:chExt cx="812800" cy="805784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92" name="TextBox 92"/>
            <p:cNvSpPr txBox="1"/>
            <p:nvPr/>
          </p:nvSpPr>
          <p:spPr>
            <a:xfrm>
              <a:off x="2817992" y="61208"/>
              <a:ext cx="252652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5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0644710" y="5571720"/>
            <a:ext cx="1352899" cy="1096578"/>
            <a:chOff x="0" y="0"/>
            <a:chExt cx="3180943" cy="25782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180943" cy="2578280"/>
            </a:xfrm>
            <a:custGeom>
              <a:avLst/>
              <a:gdLst/>
              <a:ahLst/>
              <a:cxnLst/>
              <a:rect l="l" t="t" r="r" b="b"/>
              <a:pathLst>
                <a:path w="3180943" h="2578280">
                  <a:moveTo>
                    <a:pt x="0" y="0"/>
                  </a:moveTo>
                  <a:lnTo>
                    <a:pt x="3180943" y="0"/>
                  </a:lnTo>
                  <a:lnTo>
                    <a:pt x="3180943" y="2578280"/>
                  </a:lnTo>
                  <a:lnTo>
                    <a:pt x="0" y="2578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2490" r="-1622" b="-12490"/>
              </a:stretch>
            </a:blipFill>
          </p:spPr>
        </p:sp>
        <p:grpSp>
          <p:nvGrpSpPr>
            <p:cNvPr id="95" name="Group 95"/>
            <p:cNvGrpSpPr/>
            <p:nvPr/>
          </p:nvGrpSpPr>
          <p:grpSpPr>
            <a:xfrm>
              <a:off x="2748227" y="64992"/>
              <a:ext cx="369215" cy="366029"/>
              <a:chOff x="0" y="0"/>
              <a:chExt cx="812800" cy="805784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98" name="TextBox 98"/>
            <p:cNvSpPr txBox="1"/>
            <p:nvPr/>
          </p:nvSpPr>
          <p:spPr>
            <a:xfrm>
              <a:off x="2806511" y="68444"/>
              <a:ext cx="25264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6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226574" y="5578294"/>
            <a:ext cx="1280647" cy="1096578"/>
            <a:chOff x="0" y="0"/>
            <a:chExt cx="3011064" cy="257828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011064" cy="2578280"/>
            </a:xfrm>
            <a:custGeom>
              <a:avLst/>
              <a:gdLst/>
              <a:ahLst/>
              <a:cxnLst/>
              <a:rect l="l" t="t" r="r" b="b"/>
              <a:pathLst>
                <a:path w="3011064" h="2578280">
                  <a:moveTo>
                    <a:pt x="0" y="0"/>
                  </a:moveTo>
                  <a:lnTo>
                    <a:pt x="3011064" y="0"/>
                  </a:lnTo>
                  <a:lnTo>
                    <a:pt x="3011064" y="2578280"/>
                  </a:lnTo>
                  <a:lnTo>
                    <a:pt x="0" y="2578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7532" b="-7532"/>
              </a:stretch>
            </a:blipFill>
          </p:spPr>
        </p:sp>
        <p:grpSp>
          <p:nvGrpSpPr>
            <p:cNvPr id="101" name="Group 101"/>
            <p:cNvGrpSpPr/>
            <p:nvPr/>
          </p:nvGrpSpPr>
          <p:grpSpPr>
            <a:xfrm>
              <a:off x="2612786" y="41666"/>
              <a:ext cx="372642" cy="369426"/>
              <a:chOff x="0" y="0"/>
              <a:chExt cx="812800" cy="805784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04" name="TextBox 104"/>
            <p:cNvSpPr txBox="1"/>
            <p:nvPr/>
          </p:nvSpPr>
          <p:spPr>
            <a:xfrm>
              <a:off x="2671612" y="45504"/>
              <a:ext cx="254996" cy="304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</a:pPr>
              <a:r>
                <a:rPr lang="en-US" sz="939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7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2652249" y="5588611"/>
            <a:ext cx="1309063" cy="1086494"/>
            <a:chOff x="0" y="0"/>
            <a:chExt cx="3077876" cy="2554571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077876" cy="2554571"/>
            </a:xfrm>
            <a:custGeom>
              <a:avLst/>
              <a:gdLst/>
              <a:ahLst/>
              <a:cxnLst/>
              <a:rect l="l" t="t" r="r" b="b"/>
              <a:pathLst>
                <a:path w="3077876" h="2554571">
                  <a:moveTo>
                    <a:pt x="0" y="0"/>
                  </a:moveTo>
                  <a:lnTo>
                    <a:pt x="3077876" y="0"/>
                  </a:lnTo>
                  <a:lnTo>
                    <a:pt x="3077876" y="2554571"/>
                  </a:lnTo>
                  <a:lnTo>
                    <a:pt x="0" y="2554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171" b="-12968"/>
              </a:stretch>
            </a:blipFill>
          </p:spPr>
        </p:sp>
        <p:grpSp>
          <p:nvGrpSpPr>
            <p:cNvPr id="107" name="Group 107"/>
            <p:cNvGrpSpPr/>
            <p:nvPr/>
          </p:nvGrpSpPr>
          <p:grpSpPr>
            <a:xfrm>
              <a:off x="2708660" y="71195"/>
              <a:ext cx="369215" cy="366029"/>
              <a:chOff x="0" y="0"/>
              <a:chExt cx="812800" cy="805784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10" name="TextBox 110"/>
            <p:cNvSpPr txBox="1"/>
            <p:nvPr/>
          </p:nvSpPr>
          <p:spPr>
            <a:xfrm>
              <a:off x="2766944" y="74648"/>
              <a:ext cx="252652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8</a:t>
              </a:r>
            </a:p>
          </p:txBody>
        </p:sp>
      </p:grpSp>
      <p:sp>
        <p:nvSpPr>
          <p:cNvPr id="2" name="Freeform 2"/>
          <p:cNvSpPr/>
          <p:nvPr/>
        </p:nvSpPr>
        <p:spPr>
          <a:xfrm>
            <a:off x="3245530" y="731417"/>
            <a:ext cx="6746410" cy="6126583"/>
          </a:xfrm>
          <a:custGeom>
            <a:avLst/>
            <a:gdLst/>
            <a:ahLst/>
            <a:cxnLst/>
            <a:rect l="l" t="t" r="r" b="b"/>
            <a:pathLst>
              <a:path w="10899600" h="9898199">
                <a:moveTo>
                  <a:pt x="0" y="0"/>
                </a:moveTo>
                <a:lnTo>
                  <a:pt x="10899600" y="0"/>
                </a:lnTo>
                <a:lnTo>
                  <a:pt x="10899600" y="9898200"/>
                </a:lnTo>
                <a:lnTo>
                  <a:pt x="0" y="9898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2" r="-17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394858" y="2722037"/>
            <a:ext cx="879235" cy="176881"/>
            <a:chOff x="-217388" y="-15001"/>
            <a:chExt cx="1894006" cy="381030"/>
          </a:xfrm>
        </p:grpSpPr>
        <p:grpSp>
          <p:nvGrpSpPr>
            <p:cNvPr id="4" name="Group 4"/>
            <p:cNvGrpSpPr/>
            <p:nvPr/>
          </p:nvGrpSpPr>
          <p:grpSpPr>
            <a:xfrm>
              <a:off x="1295348" y="0"/>
              <a:ext cx="381270" cy="366029"/>
              <a:chOff x="0" y="0"/>
              <a:chExt cx="839336" cy="80578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55534" y="-15001"/>
              <a:ext cx="26089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2</a:t>
              </a:r>
            </a:p>
          </p:txBody>
        </p:sp>
        <p:sp>
          <p:nvSpPr>
            <p:cNvPr id="8" name="TextBox 8">
              <a:hlinkClick r:id="rId12" action="ppaction://hlinksldjump"/>
            </p:cNvPr>
            <p:cNvSpPr txBox="1"/>
            <p:nvPr/>
          </p:nvSpPr>
          <p:spPr>
            <a:xfrm>
              <a:off x="-217388" y="7934"/>
              <a:ext cx="1634930" cy="278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67040" y="1498760"/>
            <a:ext cx="906560" cy="169918"/>
            <a:chOff x="-214246" y="0"/>
            <a:chExt cx="1952870" cy="366029"/>
          </a:xfrm>
        </p:grpSpPr>
        <p:grpSp>
          <p:nvGrpSpPr>
            <p:cNvPr id="10" name="Group 10"/>
            <p:cNvGrpSpPr/>
            <p:nvPr/>
          </p:nvGrpSpPr>
          <p:grpSpPr>
            <a:xfrm>
              <a:off x="1357354" y="0"/>
              <a:ext cx="381270" cy="366029"/>
              <a:chOff x="0" y="0"/>
              <a:chExt cx="839336" cy="80578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17540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3</a:t>
              </a:r>
            </a:p>
          </p:txBody>
        </p:sp>
        <p:sp>
          <p:nvSpPr>
            <p:cNvPr id="14" name="TextBox 14">
              <a:hlinkClick r:id="rId13" action="ppaction://hlinksldjump"/>
            </p:cNvPr>
            <p:cNvSpPr txBox="1"/>
            <p:nvPr/>
          </p:nvSpPr>
          <p:spPr>
            <a:xfrm>
              <a:off x="-214246" y="21906"/>
              <a:ext cx="1631787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85280" y="3981292"/>
            <a:ext cx="908021" cy="169918"/>
            <a:chOff x="-217393" y="0"/>
            <a:chExt cx="1956017" cy="366029"/>
          </a:xfrm>
        </p:grpSpPr>
        <p:grpSp>
          <p:nvGrpSpPr>
            <p:cNvPr id="16" name="Group 16"/>
            <p:cNvGrpSpPr/>
            <p:nvPr/>
          </p:nvGrpSpPr>
          <p:grpSpPr>
            <a:xfrm>
              <a:off x="1357354" y="0"/>
              <a:ext cx="381270" cy="366029"/>
              <a:chOff x="0" y="0"/>
              <a:chExt cx="839336" cy="80578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417540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6</a:t>
              </a:r>
            </a:p>
          </p:txBody>
        </p:sp>
        <p:sp>
          <p:nvSpPr>
            <p:cNvPr id="20" name="TextBox 20">
              <a:hlinkClick r:id="rId14" action="ppaction://hlinksldjump"/>
            </p:cNvPr>
            <p:cNvSpPr txBox="1"/>
            <p:nvPr/>
          </p:nvSpPr>
          <p:spPr>
            <a:xfrm>
              <a:off x="-217393" y="21906"/>
              <a:ext cx="1634934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82801" y="4717187"/>
            <a:ext cx="948666" cy="169918"/>
            <a:chOff x="0" y="0"/>
            <a:chExt cx="2043569" cy="366029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81270" cy="366029"/>
              <a:chOff x="0" y="0"/>
              <a:chExt cx="839336" cy="80578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60188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8</a:t>
              </a:r>
            </a:p>
          </p:txBody>
        </p:sp>
        <p:sp>
          <p:nvSpPr>
            <p:cNvPr id="26" name="TextBox 26">
              <a:hlinkClick r:id="rId15" action="ppaction://hlinksldjump"/>
            </p:cNvPr>
            <p:cNvSpPr txBox="1"/>
            <p:nvPr/>
          </p:nvSpPr>
          <p:spPr>
            <a:xfrm>
              <a:off x="408640" y="21906"/>
              <a:ext cx="1634929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60313" y="3794708"/>
            <a:ext cx="564664" cy="169918"/>
            <a:chOff x="0" y="0"/>
            <a:chExt cx="1216372" cy="366029"/>
          </a:xfrm>
        </p:grpSpPr>
        <p:grpSp>
          <p:nvGrpSpPr>
            <p:cNvPr id="28" name="Group 28"/>
            <p:cNvGrpSpPr/>
            <p:nvPr/>
          </p:nvGrpSpPr>
          <p:grpSpPr>
            <a:xfrm>
              <a:off x="835102" y="0"/>
              <a:ext cx="381270" cy="366029"/>
              <a:chOff x="0" y="0"/>
              <a:chExt cx="839336" cy="80578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31" name="TextBox 31">
              <a:hlinkClick r:id="rId16" action="ppaction://hlinksldjump"/>
            </p:cNvPr>
            <p:cNvSpPr txBox="1"/>
            <p:nvPr/>
          </p:nvSpPr>
          <p:spPr>
            <a:xfrm>
              <a:off x="0" y="21906"/>
              <a:ext cx="895287" cy="258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Media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5288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35240" y="2907158"/>
            <a:ext cx="973673" cy="270459"/>
            <a:chOff x="-298630" y="-38100"/>
            <a:chExt cx="2097440" cy="582609"/>
          </a:xfrm>
        </p:grpSpPr>
        <p:grpSp>
          <p:nvGrpSpPr>
            <p:cNvPr id="34" name="Group 34"/>
            <p:cNvGrpSpPr/>
            <p:nvPr/>
          </p:nvGrpSpPr>
          <p:grpSpPr>
            <a:xfrm>
              <a:off x="1417540" y="83564"/>
              <a:ext cx="381270" cy="366029"/>
              <a:chOff x="0" y="0"/>
              <a:chExt cx="839336" cy="80578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477726" y="87018"/>
              <a:ext cx="260900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4</a:t>
              </a:r>
            </a:p>
          </p:txBody>
        </p:sp>
        <p:sp>
          <p:nvSpPr>
            <p:cNvPr id="38" name="TextBox 38">
              <a:hlinkClick r:id="rId17" action="ppaction://hlinksldjump"/>
            </p:cNvPr>
            <p:cNvSpPr txBox="1"/>
            <p:nvPr/>
          </p:nvSpPr>
          <p:spPr>
            <a:xfrm>
              <a:off x="-298630" y="-38100"/>
              <a:ext cx="1716170" cy="582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Trạm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tiếp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nước</a:t>
              </a:r>
              <a:endParaRPr lang="en-US" sz="809" b="1" dirty="0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Y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tế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02370" y="3412865"/>
            <a:ext cx="832769" cy="230832"/>
            <a:chOff x="0" y="0"/>
            <a:chExt cx="1793912" cy="497247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42140"/>
              <a:ext cx="369215" cy="366029"/>
              <a:chOff x="0" y="0"/>
              <a:chExt cx="812800" cy="80578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58284" y="45592"/>
              <a:ext cx="252652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1</a:t>
              </a:r>
            </a:p>
          </p:txBody>
        </p:sp>
        <p:sp>
          <p:nvSpPr>
            <p:cNvPr id="44" name="TextBox 44">
              <a:hlinkClick r:id="rId18" action="ppaction://hlinksldjump"/>
            </p:cNvPr>
            <p:cNvSpPr txBox="1"/>
            <p:nvPr/>
          </p:nvSpPr>
          <p:spPr>
            <a:xfrm>
              <a:off x="229439" y="0"/>
              <a:ext cx="1564473" cy="497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98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Kiểm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soát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vòng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chạy</a:t>
              </a:r>
              <a:endParaRPr lang="en-US" sz="809" b="1" dirty="0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148568" y="5434550"/>
            <a:ext cx="1056746" cy="169919"/>
            <a:chOff x="186" y="187"/>
            <a:chExt cx="2276392" cy="366029"/>
          </a:xfrm>
        </p:grpSpPr>
        <p:grpSp>
          <p:nvGrpSpPr>
            <p:cNvPr id="46" name="Group 46"/>
            <p:cNvGrpSpPr/>
            <p:nvPr/>
          </p:nvGrpSpPr>
          <p:grpSpPr>
            <a:xfrm rot="3490">
              <a:off x="186" y="187"/>
              <a:ext cx="369215" cy="366029"/>
              <a:chOff x="0" y="0"/>
              <a:chExt cx="812800" cy="80578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 rot="3490">
              <a:off x="58488" y="13163"/>
              <a:ext cx="252652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7</a:t>
              </a:r>
            </a:p>
          </p:txBody>
        </p:sp>
        <p:sp>
          <p:nvSpPr>
            <p:cNvPr id="50" name="TextBox 50">
              <a:hlinkClick r:id="rId19" action="ppaction://hlinksldjump"/>
            </p:cNvPr>
            <p:cNvSpPr txBox="1"/>
            <p:nvPr/>
          </p:nvSpPr>
          <p:spPr>
            <a:xfrm rot="3490">
              <a:off x="393523" y="35926"/>
              <a:ext cx="1883055" cy="258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Y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tế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2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F5A9C2-23F4-4BE8-92EA-C65110F0243E}"/>
              </a:ext>
            </a:extLst>
          </p:cNvPr>
          <p:cNvGrpSpPr/>
          <p:nvPr/>
        </p:nvGrpSpPr>
        <p:grpSpPr>
          <a:xfrm>
            <a:off x="4796302" y="4253533"/>
            <a:ext cx="544759" cy="174209"/>
            <a:chOff x="4796302" y="4253533"/>
            <a:chExt cx="544759" cy="174209"/>
          </a:xfrm>
        </p:grpSpPr>
        <p:grpSp>
          <p:nvGrpSpPr>
            <p:cNvPr id="51" name="Group 51"/>
            <p:cNvGrpSpPr/>
            <p:nvPr/>
          </p:nvGrpSpPr>
          <p:grpSpPr>
            <a:xfrm>
              <a:off x="5169663" y="4257824"/>
              <a:ext cx="171398" cy="169918"/>
              <a:chOff x="0" y="0"/>
              <a:chExt cx="812800" cy="80578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12" name="TextBox 112"/>
            <p:cNvSpPr txBox="1"/>
            <p:nvPr/>
          </p:nvSpPr>
          <p:spPr>
            <a:xfrm>
              <a:off x="5196720" y="4253533"/>
              <a:ext cx="117286" cy="141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796302" y="4288375"/>
              <a:ext cx="459061" cy="1154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898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  <a:hlinkClick r:id="rId20" action="ppaction://hlinksldjump"/>
                </a:rPr>
                <a:t>START</a:t>
              </a:r>
              <a:endParaRPr lang="en-US" sz="809" b="1" dirty="0">
                <a:solidFill>
                  <a:srgbClr val="FF3131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</p:txBody>
        </p:sp>
      </p:grpSp>
      <p:sp>
        <p:nvSpPr>
          <p:cNvPr id="115" name="Title 114">
            <a:extLst>
              <a:ext uri="{FF2B5EF4-FFF2-40B4-BE49-F238E27FC236}">
                <a16:creationId xmlns:a16="http://schemas.microsoft.com/office/drawing/2014/main" id="{5AFD55B5-3A33-4483-A3E0-3473FB5AB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658" y="109751"/>
            <a:ext cx="10515600" cy="88288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SƠ ĐỒ TỔNG THỂ CUNG ĐƯỜNG CHẠY VÀ CÁC VỊ TRÍ TRẠM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C13563B-12D3-47A7-BA26-08FB95B221D9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2952" t="24886" r="3375" b="15521"/>
          <a:stretch/>
        </p:blipFill>
        <p:spPr>
          <a:xfrm>
            <a:off x="1014959" y="5623016"/>
            <a:ext cx="1325493" cy="101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3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C18F-FB5B-4ABB-80E3-8E2A4935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0E493-A481-4FFF-A1D0-E64C8F072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08E77-9A07-45E1-9B85-656E1A929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81A384-6CAF-4EA7-93CF-2CC7C8A19243}"/>
              </a:ext>
            </a:extLst>
          </p:cNvPr>
          <p:cNvSpPr/>
          <p:nvPr/>
        </p:nvSpPr>
        <p:spPr>
          <a:xfrm>
            <a:off x="6428913" y="2677160"/>
            <a:ext cx="2654127" cy="2190012"/>
          </a:xfrm>
          <a:custGeom>
            <a:avLst/>
            <a:gdLst>
              <a:gd name="connsiteX0" fmla="*/ 2654127 w 2654127"/>
              <a:gd name="connsiteY0" fmla="*/ 0 h 2190012"/>
              <a:gd name="connsiteX1" fmla="*/ 1856567 w 2654127"/>
              <a:gd name="connsiteY1" fmla="*/ 111760 h 2190012"/>
              <a:gd name="connsiteX2" fmla="*/ 1419687 w 2654127"/>
              <a:gd name="connsiteY2" fmla="*/ 457200 h 2190012"/>
              <a:gd name="connsiteX3" fmla="*/ 794847 w 2654127"/>
              <a:gd name="connsiteY3" fmla="*/ 538480 h 2190012"/>
              <a:gd name="connsiteX4" fmla="*/ 388447 w 2654127"/>
              <a:gd name="connsiteY4" fmla="*/ 731520 h 2190012"/>
              <a:gd name="connsiteX5" fmla="*/ 78567 w 2654127"/>
              <a:gd name="connsiteY5" fmla="*/ 838200 h 2190012"/>
              <a:gd name="connsiteX6" fmla="*/ 2367 w 2654127"/>
              <a:gd name="connsiteY6" fmla="*/ 965200 h 2190012"/>
              <a:gd name="connsiteX7" fmla="*/ 139527 w 2654127"/>
              <a:gd name="connsiteY7" fmla="*/ 1122680 h 2190012"/>
              <a:gd name="connsiteX8" fmla="*/ 342727 w 2654127"/>
              <a:gd name="connsiteY8" fmla="*/ 1463040 h 2190012"/>
              <a:gd name="connsiteX9" fmla="*/ 500207 w 2654127"/>
              <a:gd name="connsiteY9" fmla="*/ 1711960 h 2190012"/>
              <a:gd name="connsiteX10" fmla="*/ 789767 w 2654127"/>
              <a:gd name="connsiteY10" fmla="*/ 1833880 h 2190012"/>
              <a:gd name="connsiteX11" fmla="*/ 992967 w 2654127"/>
              <a:gd name="connsiteY11" fmla="*/ 1915160 h 2190012"/>
              <a:gd name="connsiteX12" fmla="*/ 1175847 w 2654127"/>
              <a:gd name="connsiteY12" fmla="*/ 1965960 h 2190012"/>
              <a:gd name="connsiteX13" fmla="*/ 1226647 w 2654127"/>
              <a:gd name="connsiteY13" fmla="*/ 2179320 h 2190012"/>
              <a:gd name="connsiteX14" fmla="*/ 1226647 w 2654127"/>
              <a:gd name="connsiteY14" fmla="*/ 2138680 h 219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54127" h="2190012">
                <a:moveTo>
                  <a:pt x="2654127" y="0"/>
                </a:moveTo>
                <a:cubicBezTo>
                  <a:pt x="2358217" y="17780"/>
                  <a:pt x="2062307" y="35560"/>
                  <a:pt x="1856567" y="111760"/>
                </a:cubicBezTo>
                <a:cubicBezTo>
                  <a:pt x="1650827" y="187960"/>
                  <a:pt x="1596640" y="386080"/>
                  <a:pt x="1419687" y="457200"/>
                </a:cubicBezTo>
                <a:cubicBezTo>
                  <a:pt x="1242734" y="528320"/>
                  <a:pt x="966720" y="492760"/>
                  <a:pt x="794847" y="538480"/>
                </a:cubicBezTo>
                <a:cubicBezTo>
                  <a:pt x="622974" y="584200"/>
                  <a:pt x="507827" y="681567"/>
                  <a:pt x="388447" y="731520"/>
                </a:cubicBezTo>
                <a:cubicBezTo>
                  <a:pt x="269067" y="781473"/>
                  <a:pt x="142913" y="799253"/>
                  <a:pt x="78567" y="838200"/>
                </a:cubicBezTo>
                <a:cubicBezTo>
                  <a:pt x="14221" y="877147"/>
                  <a:pt x="-7793" y="917787"/>
                  <a:pt x="2367" y="965200"/>
                </a:cubicBezTo>
                <a:cubicBezTo>
                  <a:pt x="12527" y="1012613"/>
                  <a:pt x="82800" y="1039707"/>
                  <a:pt x="139527" y="1122680"/>
                </a:cubicBezTo>
                <a:cubicBezTo>
                  <a:pt x="196254" y="1205653"/>
                  <a:pt x="282614" y="1364827"/>
                  <a:pt x="342727" y="1463040"/>
                </a:cubicBezTo>
                <a:cubicBezTo>
                  <a:pt x="402840" y="1561253"/>
                  <a:pt x="425700" y="1650153"/>
                  <a:pt x="500207" y="1711960"/>
                </a:cubicBezTo>
                <a:cubicBezTo>
                  <a:pt x="574714" y="1773767"/>
                  <a:pt x="707640" y="1800013"/>
                  <a:pt x="789767" y="1833880"/>
                </a:cubicBezTo>
                <a:cubicBezTo>
                  <a:pt x="871894" y="1867747"/>
                  <a:pt x="928620" y="1893147"/>
                  <a:pt x="992967" y="1915160"/>
                </a:cubicBezTo>
                <a:cubicBezTo>
                  <a:pt x="1057314" y="1937173"/>
                  <a:pt x="1136900" y="1921933"/>
                  <a:pt x="1175847" y="1965960"/>
                </a:cubicBezTo>
                <a:cubicBezTo>
                  <a:pt x="1214794" y="2009987"/>
                  <a:pt x="1218180" y="2150533"/>
                  <a:pt x="1226647" y="2179320"/>
                </a:cubicBezTo>
                <a:cubicBezTo>
                  <a:pt x="1235114" y="2208107"/>
                  <a:pt x="1230880" y="2173393"/>
                  <a:pt x="1226647" y="213868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E1A6DF7-1E57-4542-A6F2-A115E66CBE80}"/>
              </a:ext>
            </a:extLst>
          </p:cNvPr>
          <p:cNvSpPr/>
          <p:nvPr/>
        </p:nvSpPr>
        <p:spPr>
          <a:xfrm>
            <a:off x="7644384" y="2755392"/>
            <a:ext cx="1773970" cy="1865376"/>
          </a:xfrm>
          <a:custGeom>
            <a:avLst/>
            <a:gdLst>
              <a:gd name="connsiteX0" fmla="*/ 1511808 w 1773970"/>
              <a:gd name="connsiteY0" fmla="*/ 0 h 1865376"/>
              <a:gd name="connsiteX1" fmla="*/ 1682496 w 1773970"/>
              <a:gd name="connsiteY1" fmla="*/ 262128 h 1865376"/>
              <a:gd name="connsiteX2" fmla="*/ 1725168 w 1773970"/>
              <a:gd name="connsiteY2" fmla="*/ 365760 h 1865376"/>
              <a:gd name="connsiteX3" fmla="*/ 1773936 w 1773970"/>
              <a:gd name="connsiteY3" fmla="*/ 505968 h 1865376"/>
              <a:gd name="connsiteX4" fmla="*/ 1731264 w 1773970"/>
              <a:gd name="connsiteY4" fmla="*/ 701040 h 1865376"/>
              <a:gd name="connsiteX5" fmla="*/ 1639824 w 1773970"/>
              <a:gd name="connsiteY5" fmla="*/ 865632 h 1865376"/>
              <a:gd name="connsiteX6" fmla="*/ 1414272 w 1773970"/>
              <a:gd name="connsiteY6" fmla="*/ 1146048 h 1865376"/>
              <a:gd name="connsiteX7" fmla="*/ 1304544 w 1773970"/>
              <a:gd name="connsiteY7" fmla="*/ 1231392 h 1865376"/>
              <a:gd name="connsiteX8" fmla="*/ 908304 w 1773970"/>
              <a:gd name="connsiteY8" fmla="*/ 1316736 h 1865376"/>
              <a:gd name="connsiteX9" fmla="*/ 658368 w 1773970"/>
              <a:gd name="connsiteY9" fmla="*/ 1359408 h 1865376"/>
              <a:gd name="connsiteX10" fmla="*/ 481584 w 1773970"/>
              <a:gd name="connsiteY10" fmla="*/ 1438656 h 1865376"/>
              <a:gd name="connsiteX11" fmla="*/ 335280 w 1773970"/>
              <a:gd name="connsiteY11" fmla="*/ 1438656 h 1865376"/>
              <a:gd name="connsiteX12" fmla="*/ 225552 w 1773970"/>
              <a:gd name="connsiteY12" fmla="*/ 1615440 h 1865376"/>
              <a:gd name="connsiteX13" fmla="*/ 164592 w 1773970"/>
              <a:gd name="connsiteY13" fmla="*/ 1712976 h 1865376"/>
              <a:gd name="connsiteX14" fmla="*/ 48768 w 1773970"/>
              <a:gd name="connsiteY14" fmla="*/ 1822704 h 1865376"/>
              <a:gd name="connsiteX15" fmla="*/ 0 w 1773970"/>
              <a:gd name="connsiteY15" fmla="*/ 1865376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73970" h="1865376">
                <a:moveTo>
                  <a:pt x="1511808" y="0"/>
                </a:moveTo>
                <a:cubicBezTo>
                  <a:pt x="1579372" y="100584"/>
                  <a:pt x="1646936" y="201168"/>
                  <a:pt x="1682496" y="262128"/>
                </a:cubicBezTo>
                <a:cubicBezTo>
                  <a:pt x="1718056" y="323088"/>
                  <a:pt x="1709928" y="325120"/>
                  <a:pt x="1725168" y="365760"/>
                </a:cubicBezTo>
                <a:cubicBezTo>
                  <a:pt x="1740408" y="406400"/>
                  <a:pt x="1772920" y="450088"/>
                  <a:pt x="1773936" y="505968"/>
                </a:cubicBezTo>
                <a:cubicBezTo>
                  <a:pt x="1774952" y="561848"/>
                  <a:pt x="1753616" y="641096"/>
                  <a:pt x="1731264" y="701040"/>
                </a:cubicBezTo>
                <a:cubicBezTo>
                  <a:pt x="1708912" y="760984"/>
                  <a:pt x="1692656" y="791464"/>
                  <a:pt x="1639824" y="865632"/>
                </a:cubicBezTo>
                <a:cubicBezTo>
                  <a:pt x="1586992" y="939800"/>
                  <a:pt x="1470152" y="1085088"/>
                  <a:pt x="1414272" y="1146048"/>
                </a:cubicBezTo>
                <a:cubicBezTo>
                  <a:pt x="1358392" y="1207008"/>
                  <a:pt x="1388872" y="1202944"/>
                  <a:pt x="1304544" y="1231392"/>
                </a:cubicBezTo>
                <a:cubicBezTo>
                  <a:pt x="1220216" y="1259840"/>
                  <a:pt x="1016000" y="1295400"/>
                  <a:pt x="908304" y="1316736"/>
                </a:cubicBezTo>
                <a:cubicBezTo>
                  <a:pt x="800608" y="1338072"/>
                  <a:pt x="729488" y="1339088"/>
                  <a:pt x="658368" y="1359408"/>
                </a:cubicBezTo>
                <a:cubicBezTo>
                  <a:pt x="587248" y="1379728"/>
                  <a:pt x="535432" y="1425448"/>
                  <a:pt x="481584" y="1438656"/>
                </a:cubicBezTo>
                <a:cubicBezTo>
                  <a:pt x="427736" y="1451864"/>
                  <a:pt x="377952" y="1409192"/>
                  <a:pt x="335280" y="1438656"/>
                </a:cubicBezTo>
                <a:cubicBezTo>
                  <a:pt x="292608" y="1468120"/>
                  <a:pt x="254000" y="1569720"/>
                  <a:pt x="225552" y="1615440"/>
                </a:cubicBezTo>
                <a:cubicBezTo>
                  <a:pt x="197104" y="1661160"/>
                  <a:pt x="194056" y="1678432"/>
                  <a:pt x="164592" y="1712976"/>
                </a:cubicBezTo>
                <a:cubicBezTo>
                  <a:pt x="135128" y="1747520"/>
                  <a:pt x="76200" y="1797304"/>
                  <a:pt x="48768" y="1822704"/>
                </a:cubicBezTo>
                <a:cubicBezTo>
                  <a:pt x="21336" y="1848104"/>
                  <a:pt x="10668" y="1856740"/>
                  <a:pt x="0" y="1865376"/>
                </a:cubicBezTo>
              </a:path>
            </a:pathLst>
          </a:custGeom>
          <a:noFill/>
          <a:ln w="57150">
            <a:solidFill>
              <a:srgbClr val="9498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8B637F11-3324-473C-861F-99DAD7B2A230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39">
            <a:extLst>
              <a:ext uri="{FF2B5EF4-FFF2-40B4-BE49-F238E27FC236}">
                <a16:creationId xmlns:a16="http://schemas.microsoft.com/office/drawing/2014/main" id="{674C44AA-23B7-414D-88A6-B5C87FC89E76}"/>
              </a:ext>
            </a:extLst>
          </p:cNvPr>
          <p:cNvGrpSpPr/>
          <p:nvPr/>
        </p:nvGrpSpPr>
        <p:grpSpPr>
          <a:xfrm>
            <a:off x="4988408" y="3198168"/>
            <a:ext cx="832769" cy="230832"/>
            <a:chOff x="0" y="0"/>
            <a:chExt cx="1793912" cy="497247"/>
          </a:xfrm>
        </p:grpSpPr>
        <p:grpSp>
          <p:nvGrpSpPr>
            <p:cNvPr id="10" name="Group 40">
              <a:extLst>
                <a:ext uri="{FF2B5EF4-FFF2-40B4-BE49-F238E27FC236}">
                  <a16:creationId xmlns:a16="http://schemas.microsoft.com/office/drawing/2014/main" id="{8F692E3D-638C-4CAD-9B3D-97D165F06233}"/>
                </a:ext>
              </a:extLst>
            </p:cNvPr>
            <p:cNvGrpSpPr/>
            <p:nvPr/>
          </p:nvGrpSpPr>
          <p:grpSpPr>
            <a:xfrm>
              <a:off x="0" y="42140"/>
              <a:ext cx="369215" cy="366029"/>
              <a:chOff x="0" y="0"/>
              <a:chExt cx="812800" cy="805784"/>
            </a:xfrm>
          </p:grpSpPr>
          <p:sp>
            <p:nvSpPr>
              <p:cNvPr id="13" name="Freeform 41">
                <a:extLst>
                  <a:ext uri="{FF2B5EF4-FFF2-40B4-BE49-F238E27FC236}">
                    <a16:creationId xmlns:a16="http://schemas.microsoft.com/office/drawing/2014/main" id="{8A805492-06FF-4193-922D-5A7D10ECF1C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4" name="TextBox 42">
                <a:extLst>
                  <a:ext uri="{FF2B5EF4-FFF2-40B4-BE49-F238E27FC236}">
                    <a16:creationId xmlns:a16="http://schemas.microsoft.com/office/drawing/2014/main" id="{36730511-F3BF-48C6-850B-8AB07A651658}"/>
                  </a:ext>
                </a:extLst>
              </p:cNvPr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1" name="TextBox 43">
              <a:extLst>
                <a:ext uri="{FF2B5EF4-FFF2-40B4-BE49-F238E27FC236}">
                  <a16:creationId xmlns:a16="http://schemas.microsoft.com/office/drawing/2014/main" id="{8FED95D0-8EA1-447E-925C-4B29FA4F8442}"/>
                </a:ext>
              </a:extLst>
            </p:cNvPr>
            <p:cNvSpPr txBox="1"/>
            <p:nvPr/>
          </p:nvSpPr>
          <p:spPr>
            <a:xfrm>
              <a:off x="58284" y="45592"/>
              <a:ext cx="252652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1</a:t>
              </a:r>
            </a:p>
          </p:txBody>
        </p:sp>
        <p:sp>
          <p:nvSpPr>
            <p:cNvPr id="12" name="TextBox 44">
              <a:hlinkClick r:id="rId4" action="ppaction://hlinksldjump"/>
              <a:extLst>
                <a:ext uri="{FF2B5EF4-FFF2-40B4-BE49-F238E27FC236}">
                  <a16:creationId xmlns:a16="http://schemas.microsoft.com/office/drawing/2014/main" id="{9B9D3D06-02EF-4A83-8AC7-651E04317C69}"/>
                </a:ext>
              </a:extLst>
            </p:cNvPr>
            <p:cNvSpPr txBox="1"/>
            <p:nvPr/>
          </p:nvSpPr>
          <p:spPr>
            <a:xfrm>
              <a:off x="229439" y="0"/>
              <a:ext cx="1564473" cy="497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98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Kiểm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soát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vòng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chạy</a:t>
              </a:r>
              <a:endParaRPr lang="en-US" sz="809" b="1" dirty="0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417A613B-043C-4E86-9C72-9429BE47E760}"/>
              </a:ext>
            </a:extLst>
          </p:cNvPr>
          <p:cNvGrpSpPr/>
          <p:nvPr/>
        </p:nvGrpSpPr>
        <p:grpSpPr>
          <a:xfrm>
            <a:off x="6272938" y="2168702"/>
            <a:ext cx="879235" cy="176881"/>
            <a:chOff x="-217388" y="-15001"/>
            <a:chExt cx="1894006" cy="38103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EADC935-0816-49F2-AEAD-A5786F0D3725}"/>
                </a:ext>
              </a:extLst>
            </p:cNvPr>
            <p:cNvGrpSpPr/>
            <p:nvPr/>
          </p:nvGrpSpPr>
          <p:grpSpPr>
            <a:xfrm>
              <a:off x="1295348" y="0"/>
              <a:ext cx="381270" cy="366029"/>
              <a:chOff x="0" y="0"/>
              <a:chExt cx="839336" cy="805784"/>
            </a:xfrm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5C0E92FE-938F-465D-8742-DAB5108440F5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0" name="TextBox 6">
                <a:extLst>
                  <a:ext uri="{FF2B5EF4-FFF2-40B4-BE49-F238E27FC236}">
                    <a16:creationId xmlns:a16="http://schemas.microsoft.com/office/drawing/2014/main" id="{4CBB5C1B-63DA-4B3E-82E1-7F338664067A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424F26EC-5B39-4817-A941-098A4AF6D56A}"/>
                </a:ext>
              </a:extLst>
            </p:cNvPr>
            <p:cNvSpPr txBox="1"/>
            <p:nvPr/>
          </p:nvSpPr>
          <p:spPr>
            <a:xfrm>
              <a:off x="1355534" y="-15001"/>
              <a:ext cx="260898" cy="30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2</a:t>
              </a:r>
            </a:p>
          </p:txBody>
        </p:sp>
        <p:sp>
          <p:nvSpPr>
            <p:cNvPr id="18" name="TextBox 8">
              <a:hlinkClick r:id="rId5" action="ppaction://hlinksldjump"/>
              <a:extLst>
                <a:ext uri="{FF2B5EF4-FFF2-40B4-BE49-F238E27FC236}">
                  <a16:creationId xmlns:a16="http://schemas.microsoft.com/office/drawing/2014/main" id="{C003328E-EA37-49E0-9C75-BBCAD3FCBF1C}"/>
                </a:ext>
              </a:extLst>
            </p:cNvPr>
            <p:cNvSpPr txBox="1"/>
            <p:nvPr/>
          </p:nvSpPr>
          <p:spPr>
            <a:xfrm>
              <a:off x="-217388" y="7934"/>
              <a:ext cx="1634930" cy="278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1</a:t>
              </a:r>
            </a:p>
          </p:txBody>
        </p:sp>
      </p:grpSp>
      <p:grpSp>
        <p:nvGrpSpPr>
          <p:cNvPr id="21" name="Group 9">
            <a:extLst>
              <a:ext uri="{FF2B5EF4-FFF2-40B4-BE49-F238E27FC236}">
                <a16:creationId xmlns:a16="http://schemas.microsoft.com/office/drawing/2014/main" id="{F38DB7C4-89A6-4C99-A267-20E085EDFE9B}"/>
              </a:ext>
            </a:extLst>
          </p:cNvPr>
          <p:cNvGrpSpPr/>
          <p:nvPr/>
        </p:nvGrpSpPr>
        <p:grpSpPr>
          <a:xfrm>
            <a:off x="8078089" y="1120965"/>
            <a:ext cx="906560" cy="169918"/>
            <a:chOff x="-214246" y="0"/>
            <a:chExt cx="1952870" cy="366029"/>
          </a:xfrm>
        </p:grpSpPr>
        <p:grpSp>
          <p:nvGrpSpPr>
            <p:cNvPr id="22" name="Group 10">
              <a:extLst>
                <a:ext uri="{FF2B5EF4-FFF2-40B4-BE49-F238E27FC236}">
                  <a16:creationId xmlns:a16="http://schemas.microsoft.com/office/drawing/2014/main" id="{9310ACAC-147E-4F0A-A728-97C14BAEA2C1}"/>
                </a:ext>
              </a:extLst>
            </p:cNvPr>
            <p:cNvGrpSpPr/>
            <p:nvPr/>
          </p:nvGrpSpPr>
          <p:grpSpPr>
            <a:xfrm>
              <a:off x="1357354" y="0"/>
              <a:ext cx="381270" cy="366029"/>
              <a:chOff x="0" y="0"/>
              <a:chExt cx="839336" cy="805784"/>
            </a:xfrm>
          </p:grpSpPr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9BDE9FC2-7E86-4839-B4D7-2C9D0ACA3162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6" name="TextBox 12">
                <a:extLst>
                  <a:ext uri="{FF2B5EF4-FFF2-40B4-BE49-F238E27FC236}">
                    <a16:creationId xmlns:a16="http://schemas.microsoft.com/office/drawing/2014/main" id="{7EE6C5D6-234F-4492-8B4B-A69A55E952B5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DA59897D-76DD-40DB-B647-A9D9A4D69BC8}"/>
                </a:ext>
              </a:extLst>
            </p:cNvPr>
            <p:cNvSpPr txBox="1"/>
            <p:nvPr/>
          </p:nvSpPr>
          <p:spPr>
            <a:xfrm>
              <a:off x="1417540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3</a:t>
              </a:r>
            </a:p>
          </p:txBody>
        </p:sp>
        <p:sp>
          <p:nvSpPr>
            <p:cNvPr id="24" name="TextBox 14">
              <a:hlinkClick r:id="rId6" action="ppaction://hlinksldjump"/>
              <a:extLst>
                <a:ext uri="{FF2B5EF4-FFF2-40B4-BE49-F238E27FC236}">
                  <a16:creationId xmlns:a16="http://schemas.microsoft.com/office/drawing/2014/main" id="{517FEFB4-F6C5-4D2F-8654-56B9619AD67B}"/>
                </a:ext>
              </a:extLst>
            </p:cNvPr>
            <p:cNvSpPr txBox="1"/>
            <p:nvPr/>
          </p:nvSpPr>
          <p:spPr>
            <a:xfrm>
              <a:off x="-214246" y="21906"/>
              <a:ext cx="1631787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2</a:t>
              </a:r>
            </a:p>
          </p:txBody>
        </p:sp>
      </p:grpSp>
      <p:grpSp>
        <p:nvGrpSpPr>
          <p:cNvPr id="27" name="Group 33">
            <a:extLst>
              <a:ext uri="{FF2B5EF4-FFF2-40B4-BE49-F238E27FC236}">
                <a16:creationId xmlns:a16="http://schemas.microsoft.com/office/drawing/2014/main" id="{0B249572-0FA2-4A2A-834B-1BF81F22776A}"/>
              </a:ext>
            </a:extLst>
          </p:cNvPr>
          <p:cNvGrpSpPr/>
          <p:nvPr/>
        </p:nvGrpSpPr>
        <p:grpSpPr>
          <a:xfrm>
            <a:off x="8109367" y="2210353"/>
            <a:ext cx="973673" cy="270459"/>
            <a:chOff x="-298630" y="-38100"/>
            <a:chExt cx="2097440" cy="582609"/>
          </a:xfrm>
        </p:grpSpPr>
        <p:grpSp>
          <p:nvGrpSpPr>
            <p:cNvPr id="28" name="Group 34">
              <a:extLst>
                <a:ext uri="{FF2B5EF4-FFF2-40B4-BE49-F238E27FC236}">
                  <a16:creationId xmlns:a16="http://schemas.microsoft.com/office/drawing/2014/main" id="{4A27E4D9-0320-4676-B19E-7EBE0EDBE6AF}"/>
                </a:ext>
              </a:extLst>
            </p:cNvPr>
            <p:cNvGrpSpPr/>
            <p:nvPr/>
          </p:nvGrpSpPr>
          <p:grpSpPr>
            <a:xfrm>
              <a:off x="1417540" y="83564"/>
              <a:ext cx="381270" cy="366029"/>
              <a:chOff x="0" y="0"/>
              <a:chExt cx="839336" cy="805784"/>
            </a:xfrm>
          </p:grpSpPr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42BF2472-1B23-4184-BD83-A7CF57763812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2" name="TextBox 36">
                <a:extLst>
                  <a:ext uri="{FF2B5EF4-FFF2-40B4-BE49-F238E27FC236}">
                    <a16:creationId xmlns:a16="http://schemas.microsoft.com/office/drawing/2014/main" id="{C14535AE-16D0-4617-9ECA-A85E3D08EEBB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9" name="TextBox 37">
              <a:extLst>
                <a:ext uri="{FF2B5EF4-FFF2-40B4-BE49-F238E27FC236}">
                  <a16:creationId xmlns:a16="http://schemas.microsoft.com/office/drawing/2014/main" id="{3A93011F-33F3-4930-AA87-1AF9FBBAD95A}"/>
                </a:ext>
              </a:extLst>
            </p:cNvPr>
            <p:cNvSpPr txBox="1"/>
            <p:nvPr/>
          </p:nvSpPr>
          <p:spPr>
            <a:xfrm>
              <a:off x="1477726" y="87018"/>
              <a:ext cx="260900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4</a:t>
              </a:r>
            </a:p>
          </p:txBody>
        </p:sp>
        <p:sp>
          <p:nvSpPr>
            <p:cNvPr id="30" name="TextBox 38">
              <a:hlinkClick r:id="rId7" action="ppaction://hlinksldjump"/>
              <a:extLst>
                <a:ext uri="{FF2B5EF4-FFF2-40B4-BE49-F238E27FC236}">
                  <a16:creationId xmlns:a16="http://schemas.microsoft.com/office/drawing/2014/main" id="{96196FE5-A81F-45F3-ABB9-72F9D9844984}"/>
                </a:ext>
              </a:extLst>
            </p:cNvPr>
            <p:cNvSpPr txBox="1"/>
            <p:nvPr/>
          </p:nvSpPr>
          <p:spPr>
            <a:xfrm>
              <a:off x="-298630" y="-38100"/>
              <a:ext cx="1716170" cy="582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Trạm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tiếp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nước</a:t>
              </a:r>
              <a:endParaRPr lang="en-US" sz="809" b="1" dirty="0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  <a:p>
              <a:pPr algn="ctr"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Y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tế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1</a:t>
              </a:r>
            </a:p>
          </p:txBody>
        </p:sp>
      </p:grpSp>
      <p:grpSp>
        <p:nvGrpSpPr>
          <p:cNvPr id="33" name="Group 27">
            <a:extLst>
              <a:ext uri="{FF2B5EF4-FFF2-40B4-BE49-F238E27FC236}">
                <a16:creationId xmlns:a16="http://schemas.microsoft.com/office/drawing/2014/main" id="{4EA3B404-60E8-47FC-8B1D-6D083D973978}"/>
              </a:ext>
            </a:extLst>
          </p:cNvPr>
          <p:cNvGrpSpPr/>
          <p:nvPr/>
        </p:nvGrpSpPr>
        <p:grpSpPr>
          <a:xfrm>
            <a:off x="5925973" y="3541288"/>
            <a:ext cx="564664" cy="169918"/>
            <a:chOff x="0" y="0"/>
            <a:chExt cx="1216372" cy="366029"/>
          </a:xfrm>
        </p:grpSpPr>
        <p:grpSp>
          <p:nvGrpSpPr>
            <p:cNvPr id="34" name="Group 28">
              <a:extLst>
                <a:ext uri="{FF2B5EF4-FFF2-40B4-BE49-F238E27FC236}">
                  <a16:creationId xmlns:a16="http://schemas.microsoft.com/office/drawing/2014/main" id="{B54FF8C7-12B6-4907-8ED7-66985B869BE7}"/>
                </a:ext>
              </a:extLst>
            </p:cNvPr>
            <p:cNvGrpSpPr/>
            <p:nvPr/>
          </p:nvGrpSpPr>
          <p:grpSpPr>
            <a:xfrm>
              <a:off x="835102" y="0"/>
              <a:ext cx="381270" cy="366029"/>
              <a:chOff x="0" y="0"/>
              <a:chExt cx="839336" cy="805784"/>
            </a:xfrm>
          </p:grpSpPr>
          <p:sp>
            <p:nvSpPr>
              <p:cNvPr id="37" name="Freeform 29">
                <a:extLst>
                  <a:ext uri="{FF2B5EF4-FFF2-40B4-BE49-F238E27FC236}">
                    <a16:creationId xmlns:a16="http://schemas.microsoft.com/office/drawing/2014/main" id="{254732C7-F5F8-4C3D-82B2-E43BBB512DC1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8" name="TextBox 30">
                <a:extLst>
                  <a:ext uri="{FF2B5EF4-FFF2-40B4-BE49-F238E27FC236}">
                    <a16:creationId xmlns:a16="http://schemas.microsoft.com/office/drawing/2014/main" id="{C00D279B-C0F8-4823-9A22-714752F1AC37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35" name="TextBox 31">
              <a:hlinkClick r:id="rId8" action="ppaction://hlinksldjump"/>
              <a:extLst>
                <a:ext uri="{FF2B5EF4-FFF2-40B4-BE49-F238E27FC236}">
                  <a16:creationId xmlns:a16="http://schemas.microsoft.com/office/drawing/2014/main" id="{DA0D96DB-2303-49AE-BF60-5FC40CA6AFD6}"/>
                </a:ext>
              </a:extLst>
            </p:cNvPr>
            <p:cNvSpPr txBox="1"/>
            <p:nvPr/>
          </p:nvSpPr>
          <p:spPr>
            <a:xfrm>
              <a:off x="0" y="21906"/>
              <a:ext cx="895287" cy="258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Media 1</a:t>
              </a: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0681A188-E8BF-4EAA-8BA1-A52528AC798E}"/>
                </a:ext>
              </a:extLst>
            </p:cNvPr>
            <p:cNvSpPr txBox="1"/>
            <p:nvPr/>
          </p:nvSpPr>
          <p:spPr>
            <a:xfrm>
              <a:off x="895288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5</a:t>
              </a:r>
            </a:p>
          </p:txBody>
        </p:sp>
      </p:grpSp>
      <p:grpSp>
        <p:nvGrpSpPr>
          <p:cNvPr id="39" name="Group 15">
            <a:extLst>
              <a:ext uri="{FF2B5EF4-FFF2-40B4-BE49-F238E27FC236}">
                <a16:creationId xmlns:a16="http://schemas.microsoft.com/office/drawing/2014/main" id="{8991CF10-3CD3-4470-8D25-4B371F014A0E}"/>
              </a:ext>
            </a:extLst>
          </p:cNvPr>
          <p:cNvGrpSpPr/>
          <p:nvPr/>
        </p:nvGrpSpPr>
        <p:grpSpPr>
          <a:xfrm>
            <a:off x="6806184" y="4585787"/>
            <a:ext cx="908021" cy="169918"/>
            <a:chOff x="-217393" y="0"/>
            <a:chExt cx="1956017" cy="366029"/>
          </a:xfrm>
        </p:grpSpPr>
        <p:grpSp>
          <p:nvGrpSpPr>
            <p:cNvPr id="40" name="Group 16">
              <a:extLst>
                <a:ext uri="{FF2B5EF4-FFF2-40B4-BE49-F238E27FC236}">
                  <a16:creationId xmlns:a16="http://schemas.microsoft.com/office/drawing/2014/main" id="{8909F72D-8C25-4805-A7DD-EFA8F84CBC93}"/>
                </a:ext>
              </a:extLst>
            </p:cNvPr>
            <p:cNvGrpSpPr/>
            <p:nvPr/>
          </p:nvGrpSpPr>
          <p:grpSpPr>
            <a:xfrm>
              <a:off x="1357354" y="0"/>
              <a:ext cx="381270" cy="366029"/>
              <a:chOff x="0" y="0"/>
              <a:chExt cx="839336" cy="805784"/>
            </a:xfrm>
          </p:grpSpPr>
          <p:sp>
            <p:nvSpPr>
              <p:cNvPr id="43" name="Freeform 17">
                <a:extLst>
                  <a:ext uri="{FF2B5EF4-FFF2-40B4-BE49-F238E27FC236}">
                    <a16:creationId xmlns:a16="http://schemas.microsoft.com/office/drawing/2014/main" id="{97F7A44A-EEFD-46AE-9056-8BE1968EDFFE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4" name="TextBox 18">
                <a:extLst>
                  <a:ext uri="{FF2B5EF4-FFF2-40B4-BE49-F238E27FC236}">
                    <a16:creationId xmlns:a16="http://schemas.microsoft.com/office/drawing/2014/main" id="{ED5B6A71-04FB-41C3-8A28-8BBA63C233D9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41" name="TextBox 19">
              <a:extLst>
                <a:ext uri="{FF2B5EF4-FFF2-40B4-BE49-F238E27FC236}">
                  <a16:creationId xmlns:a16="http://schemas.microsoft.com/office/drawing/2014/main" id="{5F11E81B-A140-4C08-9D36-05B63569227D}"/>
                </a:ext>
              </a:extLst>
            </p:cNvPr>
            <p:cNvSpPr txBox="1"/>
            <p:nvPr/>
          </p:nvSpPr>
          <p:spPr>
            <a:xfrm>
              <a:off x="1417540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6</a:t>
              </a:r>
            </a:p>
          </p:txBody>
        </p:sp>
        <p:sp>
          <p:nvSpPr>
            <p:cNvPr id="42" name="TextBox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D674FC86-AC84-4D59-AD52-9AEEA529766F}"/>
                </a:ext>
              </a:extLst>
            </p:cNvPr>
            <p:cNvSpPr txBox="1"/>
            <p:nvPr/>
          </p:nvSpPr>
          <p:spPr>
            <a:xfrm>
              <a:off x="-217393" y="21906"/>
              <a:ext cx="1634934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3</a:t>
              </a: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2A462541-4C16-41F2-B11C-5A5F37C0853C}"/>
              </a:ext>
            </a:extLst>
          </p:cNvPr>
          <p:cNvGrpSpPr/>
          <p:nvPr/>
        </p:nvGrpSpPr>
        <p:grpSpPr>
          <a:xfrm>
            <a:off x="6822313" y="6247454"/>
            <a:ext cx="1056746" cy="169919"/>
            <a:chOff x="186" y="187"/>
            <a:chExt cx="2276392" cy="366029"/>
          </a:xfrm>
        </p:grpSpPr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7F8296E7-567F-4F79-91E9-2B86583386AD}"/>
                </a:ext>
              </a:extLst>
            </p:cNvPr>
            <p:cNvGrpSpPr/>
            <p:nvPr/>
          </p:nvGrpSpPr>
          <p:grpSpPr>
            <a:xfrm rot="3490">
              <a:off x="186" y="187"/>
              <a:ext cx="369215" cy="366029"/>
              <a:chOff x="0" y="0"/>
              <a:chExt cx="812800" cy="805784"/>
            </a:xfrm>
          </p:grpSpPr>
          <p:sp>
            <p:nvSpPr>
              <p:cNvPr id="49" name="Freeform 47">
                <a:extLst>
                  <a:ext uri="{FF2B5EF4-FFF2-40B4-BE49-F238E27FC236}">
                    <a16:creationId xmlns:a16="http://schemas.microsoft.com/office/drawing/2014/main" id="{00A28CDE-2B80-4278-B876-5EACE7A6871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0" name="TextBox 48">
                <a:extLst>
                  <a:ext uri="{FF2B5EF4-FFF2-40B4-BE49-F238E27FC236}">
                    <a16:creationId xmlns:a16="http://schemas.microsoft.com/office/drawing/2014/main" id="{B22CC1BD-2880-4D8B-BB4C-37CBD9436E07}"/>
                  </a:ext>
                </a:extLst>
              </p:cNvPr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47" name="TextBox 49">
              <a:extLst>
                <a:ext uri="{FF2B5EF4-FFF2-40B4-BE49-F238E27FC236}">
                  <a16:creationId xmlns:a16="http://schemas.microsoft.com/office/drawing/2014/main" id="{AE4B2AFB-1A01-47BB-A89D-8480D10C4AA8}"/>
                </a:ext>
              </a:extLst>
            </p:cNvPr>
            <p:cNvSpPr txBox="1"/>
            <p:nvPr/>
          </p:nvSpPr>
          <p:spPr>
            <a:xfrm rot="3490">
              <a:off x="58488" y="13163"/>
              <a:ext cx="252652" cy="30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7</a:t>
              </a:r>
            </a:p>
          </p:txBody>
        </p:sp>
        <p:sp>
          <p:nvSpPr>
            <p:cNvPr id="48" name="TextBox 50">
              <a:hlinkClick r:id="rId10" action="ppaction://hlinksldjump"/>
              <a:extLst>
                <a:ext uri="{FF2B5EF4-FFF2-40B4-BE49-F238E27FC236}">
                  <a16:creationId xmlns:a16="http://schemas.microsoft.com/office/drawing/2014/main" id="{A5DAA3D4-7879-4CA4-B455-47EA38AD1A59}"/>
                </a:ext>
              </a:extLst>
            </p:cNvPr>
            <p:cNvSpPr txBox="1"/>
            <p:nvPr/>
          </p:nvSpPr>
          <p:spPr>
            <a:xfrm rot="3490">
              <a:off x="393523" y="35926"/>
              <a:ext cx="1883055" cy="258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Y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tế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2</a:t>
              </a:r>
            </a:p>
          </p:txBody>
        </p:sp>
      </p:grpSp>
      <p:grpSp>
        <p:nvGrpSpPr>
          <p:cNvPr id="51" name="Group 21">
            <a:extLst>
              <a:ext uri="{FF2B5EF4-FFF2-40B4-BE49-F238E27FC236}">
                <a16:creationId xmlns:a16="http://schemas.microsoft.com/office/drawing/2014/main" id="{FCE4E846-22FB-450A-AAE6-018E74B8A2D6}"/>
              </a:ext>
            </a:extLst>
          </p:cNvPr>
          <p:cNvGrpSpPr/>
          <p:nvPr/>
        </p:nvGrpSpPr>
        <p:grpSpPr>
          <a:xfrm>
            <a:off x="6026514" y="5037077"/>
            <a:ext cx="948666" cy="169918"/>
            <a:chOff x="0" y="0"/>
            <a:chExt cx="2043569" cy="366029"/>
          </a:xfrm>
        </p:grpSpPr>
        <p:grpSp>
          <p:nvGrpSpPr>
            <p:cNvPr id="52" name="Group 22">
              <a:extLst>
                <a:ext uri="{FF2B5EF4-FFF2-40B4-BE49-F238E27FC236}">
                  <a16:creationId xmlns:a16="http://schemas.microsoft.com/office/drawing/2014/main" id="{9B04F22D-839B-4FD3-BC5B-5FA427F04B4E}"/>
                </a:ext>
              </a:extLst>
            </p:cNvPr>
            <p:cNvGrpSpPr/>
            <p:nvPr/>
          </p:nvGrpSpPr>
          <p:grpSpPr>
            <a:xfrm>
              <a:off x="0" y="0"/>
              <a:ext cx="381270" cy="366029"/>
              <a:chOff x="0" y="0"/>
              <a:chExt cx="839336" cy="805784"/>
            </a:xfrm>
          </p:grpSpPr>
          <p:sp>
            <p:nvSpPr>
              <p:cNvPr id="55" name="Freeform 23">
                <a:extLst>
                  <a:ext uri="{FF2B5EF4-FFF2-40B4-BE49-F238E27FC236}">
                    <a16:creationId xmlns:a16="http://schemas.microsoft.com/office/drawing/2014/main" id="{D4AD9287-FE50-4B80-8858-2604995A9B86}"/>
                  </a:ext>
                </a:extLst>
              </p:cNvPr>
              <p:cNvSpPr/>
              <p:nvPr/>
            </p:nvSpPr>
            <p:spPr>
              <a:xfrm>
                <a:off x="0" y="0"/>
                <a:ext cx="839336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39336" h="805784">
                    <a:moveTo>
                      <a:pt x="419668" y="0"/>
                    </a:moveTo>
                    <a:cubicBezTo>
                      <a:pt x="187892" y="0"/>
                      <a:pt x="0" y="180381"/>
                      <a:pt x="0" y="402892"/>
                    </a:cubicBezTo>
                    <a:cubicBezTo>
                      <a:pt x="0" y="625403"/>
                      <a:pt x="187892" y="805784"/>
                      <a:pt x="419668" y="805784"/>
                    </a:cubicBezTo>
                    <a:cubicBezTo>
                      <a:pt x="651445" y="805784"/>
                      <a:pt x="839336" y="625403"/>
                      <a:pt x="839336" y="402892"/>
                    </a:cubicBezTo>
                    <a:cubicBezTo>
                      <a:pt x="839336" y="180381"/>
                      <a:pt x="651445" y="0"/>
                      <a:pt x="419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6" name="TextBox 24">
                <a:extLst>
                  <a:ext uri="{FF2B5EF4-FFF2-40B4-BE49-F238E27FC236}">
                    <a16:creationId xmlns:a16="http://schemas.microsoft.com/office/drawing/2014/main" id="{397BA1A8-DC11-4BAF-95C8-7D6CB0DFDBB5}"/>
                  </a:ext>
                </a:extLst>
              </p:cNvPr>
              <p:cNvSpPr txBox="1"/>
              <p:nvPr/>
            </p:nvSpPr>
            <p:spPr>
              <a:xfrm>
                <a:off x="78688" y="37442"/>
                <a:ext cx="681961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53" name="TextBox 25">
              <a:extLst>
                <a:ext uri="{FF2B5EF4-FFF2-40B4-BE49-F238E27FC236}">
                  <a16:creationId xmlns:a16="http://schemas.microsoft.com/office/drawing/2014/main" id="{F6613321-9C57-4880-AEC4-7E6721F4A1E0}"/>
                </a:ext>
              </a:extLst>
            </p:cNvPr>
            <p:cNvSpPr txBox="1"/>
            <p:nvPr/>
          </p:nvSpPr>
          <p:spPr>
            <a:xfrm>
              <a:off x="60188" y="3452"/>
              <a:ext cx="260900" cy="30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8</a:t>
              </a:r>
            </a:p>
          </p:txBody>
        </p:sp>
        <p:sp>
          <p:nvSpPr>
            <p:cNvPr id="54" name="TextBox 26">
              <a:hlinkClick r:id="rId11" action="ppaction://hlinksldjump"/>
              <a:extLst>
                <a:ext uri="{FF2B5EF4-FFF2-40B4-BE49-F238E27FC236}">
                  <a16:creationId xmlns:a16="http://schemas.microsoft.com/office/drawing/2014/main" id="{530B5CCC-B68D-4C78-9047-A25133172238}"/>
                </a:ext>
              </a:extLst>
            </p:cNvPr>
            <p:cNvSpPr txBox="1"/>
            <p:nvPr/>
          </p:nvSpPr>
          <p:spPr>
            <a:xfrm>
              <a:off x="408640" y="21906"/>
              <a:ext cx="1634929" cy="2787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33"/>
                </a:lnSpc>
                <a:spcBef>
                  <a:spcPct val="0"/>
                </a:spcBef>
              </a:pP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Điều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</a:t>
              </a:r>
              <a:r>
                <a:rPr lang="en-US" sz="809" b="1" dirty="0" err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hướng</a:t>
              </a:r>
              <a:r>
                <a:rPr lang="en-US" sz="809" b="1" dirty="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4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59914A-A985-4B45-BC04-1A616E885C52}"/>
              </a:ext>
            </a:extLst>
          </p:cNvPr>
          <p:cNvGrpSpPr/>
          <p:nvPr/>
        </p:nvGrpSpPr>
        <p:grpSpPr>
          <a:xfrm>
            <a:off x="3802654" y="4119421"/>
            <a:ext cx="544759" cy="174209"/>
            <a:chOff x="4796302" y="4253533"/>
            <a:chExt cx="544759" cy="174209"/>
          </a:xfrm>
        </p:grpSpPr>
        <p:grpSp>
          <p:nvGrpSpPr>
            <p:cNvPr id="58" name="Group 51">
              <a:extLst>
                <a:ext uri="{FF2B5EF4-FFF2-40B4-BE49-F238E27FC236}">
                  <a16:creationId xmlns:a16="http://schemas.microsoft.com/office/drawing/2014/main" id="{BE92FDD6-587B-4D01-9BD8-619C23D02F13}"/>
                </a:ext>
              </a:extLst>
            </p:cNvPr>
            <p:cNvGrpSpPr/>
            <p:nvPr/>
          </p:nvGrpSpPr>
          <p:grpSpPr>
            <a:xfrm>
              <a:off x="5169663" y="4257824"/>
              <a:ext cx="171398" cy="169918"/>
              <a:chOff x="0" y="0"/>
              <a:chExt cx="812800" cy="805784"/>
            </a:xfrm>
          </p:grpSpPr>
          <p:sp>
            <p:nvSpPr>
              <p:cNvPr id="61" name="Freeform 52">
                <a:extLst>
                  <a:ext uri="{FF2B5EF4-FFF2-40B4-BE49-F238E27FC236}">
                    <a16:creationId xmlns:a16="http://schemas.microsoft.com/office/drawing/2014/main" id="{FB3D8F2D-993E-4D17-A039-6296F24C946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0578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05784">
                    <a:moveTo>
                      <a:pt x="406400" y="0"/>
                    </a:moveTo>
                    <a:cubicBezTo>
                      <a:pt x="181951" y="0"/>
                      <a:pt x="0" y="180381"/>
                      <a:pt x="0" y="402892"/>
                    </a:cubicBezTo>
                    <a:cubicBezTo>
                      <a:pt x="0" y="625403"/>
                      <a:pt x="181951" y="805784"/>
                      <a:pt x="406400" y="805784"/>
                    </a:cubicBezTo>
                    <a:cubicBezTo>
                      <a:pt x="630849" y="805784"/>
                      <a:pt x="812800" y="625403"/>
                      <a:pt x="812800" y="402892"/>
                    </a:cubicBezTo>
                    <a:cubicBezTo>
                      <a:pt x="812800" y="1803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2" name="TextBox 53">
                <a:extLst>
                  <a:ext uri="{FF2B5EF4-FFF2-40B4-BE49-F238E27FC236}">
                    <a16:creationId xmlns:a16="http://schemas.microsoft.com/office/drawing/2014/main" id="{C0A6AD38-D83E-4C2D-98ED-D04AEA8439FB}"/>
                  </a:ext>
                </a:extLst>
              </p:cNvPr>
              <p:cNvSpPr txBox="1"/>
              <p:nvPr/>
            </p:nvSpPr>
            <p:spPr>
              <a:xfrm>
                <a:off x="76200" y="37442"/>
                <a:ext cx="660400" cy="692800"/>
              </a:xfrm>
              <a:prstGeom prst="rect">
                <a:avLst/>
              </a:prstGeom>
            </p:spPr>
            <p:txBody>
              <a:bodyPr lIns="45042" tIns="45042" rIns="45042" bIns="45042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59" name="TextBox 112">
              <a:extLst>
                <a:ext uri="{FF2B5EF4-FFF2-40B4-BE49-F238E27FC236}">
                  <a16:creationId xmlns:a16="http://schemas.microsoft.com/office/drawing/2014/main" id="{866CFCBE-E1BD-4B6A-B37F-1454A46C940E}"/>
                </a:ext>
              </a:extLst>
            </p:cNvPr>
            <p:cNvSpPr txBox="1"/>
            <p:nvPr/>
          </p:nvSpPr>
          <p:spPr>
            <a:xfrm>
              <a:off x="5196720" y="4253533"/>
              <a:ext cx="117286" cy="141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sz="930" b="1" dirty="0">
                  <a:solidFill>
                    <a:srgbClr val="FF3131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</a:t>
              </a:r>
            </a:p>
          </p:txBody>
        </p:sp>
        <p:sp>
          <p:nvSpPr>
            <p:cNvPr id="60" name="TextBox 113">
              <a:extLst>
                <a:ext uri="{FF2B5EF4-FFF2-40B4-BE49-F238E27FC236}">
                  <a16:creationId xmlns:a16="http://schemas.microsoft.com/office/drawing/2014/main" id="{298C05E3-E22F-4403-BAB8-855621E95E75}"/>
                </a:ext>
              </a:extLst>
            </p:cNvPr>
            <p:cNvSpPr txBox="1"/>
            <p:nvPr/>
          </p:nvSpPr>
          <p:spPr>
            <a:xfrm>
              <a:off x="4796302" y="4288375"/>
              <a:ext cx="459061" cy="1154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898"/>
                </a:lnSpc>
                <a:spcBef>
                  <a:spcPct val="0"/>
                </a:spcBef>
              </a:pPr>
              <a:r>
                <a:rPr lang="en-US" sz="809" b="1" dirty="0">
                  <a:solidFill>
                    <a:srgbClr val="FF0000"/>
                  </a:solidFill>
                  <a:latin typeface="Lato Heavy"/>
                  <a:ea typeface="Lato Heavy"/>
                  <a:cs typeface="Lato Heavy"/>
                  <a:sym typeface="Lato Heavy"/>
                  <a:hlinkClick r:id="rId12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START</a:t>
              </a:r>
              <a:endParaRPr lang="en-US" sz="809" b="1" dirty="0">
                <a:solidFill>
                  <a:srgbClr val="FF0000"/>
                </a:solidFill>
                <a:latin typeface="Lato Heavy"/>
                <a:ea typeface="Lato Heavy"/>
                <a:cs typeface="Lato Heavy"/>
                <a:sym typeface="Lato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47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KHU VỰC SỐ 0 – XUẤT PHÁT/VỀ ĐÍCH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885315"/>
            <a:ext cx="7162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: Mr. Tuấn</a:t>
            </a:r>
          </a:p>
          <a:p>
            <a:pPr lvl="1"/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(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mạc</a:t>
            </a:r>
            <a:r>
              <a:rPr lang="en-US" dirty="0"/>
              <a:t>/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): Ban MKT</a:t>
            </a:r>
          </a:p>
          <a:p>
            <a:pPr lvl="1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/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: Mr. Long</a:t>
            </a:r>
          </a:p>
          <a:p>
            <a:pPr lvl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cự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Mr. </a:t>
            </a:r>
            <a:r>
              <a:rPr lang="en-US" dirty="0" err="1"/>
              <a:t>Nhân</a:t>
            </a:r>
            <a:r>
              <a:rPr lang="en-US" dirty="0"/>
              <a:t>; Ms. Mai Trang; Mr. Vũ </a:t>
            </a:r>
            <a:r>
              <a:rPr lang="en-US" dirty="0" err="1"/>
              <a:t>Thắng</a:t>
            </a:r>
            <a:endParaRPr lang="en-US" dirty="0"/>
          </a:p>
          <a:p>
            <a:pPr lvl="1"/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: Ms. An</a:t>
            </a:r>
          </a:p>
          <a:p>
            <a:pPr lvl="1"/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/KTKL: Ban </a:t>
            </a:r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&amp; Ms. </a:t>
            </a:r>
            <a:r>
              <a:rPr lang="en-US" dirty="0" err="1"/>
              <a:t>Diệp</a:t>
            </a:r>
            <a:r>
              <a:rPr lang="en-US" dirty="0"/>
              <a:t> Anh</a:t>
            </a:r>
          </a:p>
          <a:p>
            <a:pPr lvl="1"/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Ms. </a:t>
            </a:r>
            <a:r>
              <a:rPr lang="en-US" dirty="0" err="1"/>
              <a:t>Thủy</a:t>
            </a:r>
            <a:r>
              <a:rPr lang="en-US" dirty="0"/>
              <a:t>, Mr.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/>
              <a:t>Y </a:t>
            </a:r>
            <a:r>
              <a:rPr lang="en-US" dirty="0" err="1"/>
              <a:t>tế</a:t>
            </a:r>
            <a:r>
              <a:rPr lang="en-US" dirty="0"/>
              <a:t>: Mr. Vũ</a:t>
            </a:r>
          </a:p>
          <a:p>
            <a:pPr lvl="1"/>
            <a:r>
              <a:rPr lang="en-US" dirty="0"/>
              <a:t>An </a:t>
            </a:r>
            <a:r>
              <a:rPr lang="en-US" dirty="0" err="1"/>
              <a:t>ninh</a:t>
            </a:r>
            <a:r>
              <a:rPr lang="en-US" dirty="0"/>
              <a:t>: Mr. </a:t>
            </a:r>
            <a:r>
              <a:rPr lang="en-US" dirty="0" err="1"/>
              <a:t>Cương</a:t>
            </a:r>
            <a:r>
              <a:rPr lang="en-US" dirty="0"/>
              <a:t>.</a:t>
            </a:r>
          </a:p>
        </p:txBody>
      </p:sp>
      <p:sp>
        <p:nvSpPr>
          <p:cNvPr id="4" name="Arrow: Left 3">
            <a:hlinkClick r:id="rId2" action="ppaction://hlinksldjump"/>
            <a:extLst>
              <a:ext uri="{FF2B5EF4-FFF2-40B4-BE49-F238E27FC236}">
                <a16:creationId xmlns:a16="http://schemas.microsoft.com/office/drawing/2014/main" id="{D5CC6F3F-175F-4231-9470-01E79F4A8A62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728089-FF09-4655-ADD7-EB9293A67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953" y="3540351"/>
            <a:ext cx="4201300" cy="30126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85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6CB4D66-9E3E-435A-BDC1-66B9C77918FC}"/>
              </a:ext>
            </a:extLst>
          </p:cNvPr>
          <p:cNvSpPr txBox="1"/>
          <p:nvPr/>
        </p:nvSpPr>
        <p:spPr>
          <a:xfrm>
            <a:off x="1237401" y="6483818"/>
            <a:ext cx="194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</a:rPr>
              <a:t>5Km Nam </a:t>
            </a:r>
            <a:r>
              <a:rPr lang="en-US" sz="1600" dirty="0" err="1">
                <a:latin typeface="Arial Narrow" panose="020B0606020202030204" pitchFamily="34" charset="0"/>
              </a:rPr>
              <a:t>Dưới</a:t>
            </a:r>
            <a:r>
              <a:rPr lang="en-US" sz="1600" dirty="0">
                <a:latin typeface="Arial Narrow" panose="020B0606020202030204" pitchFamily="34" charset="0"/>
              </a:rPr>
              <a:t> 35 </a:t>
            </a:r>
            <a:r>
              <a:rPr lang="en-US" sz="1600" dirty="0" err="1">
                <a:latin typeface="Arial Narrow" panose="020B0606020202030204" pitchFamily="34" charset="0"/>
              </a:rPr>
              <a:t>tuổi</a:t>
            </a:r>
            <a:endParaRPr lang="en-US" sz="1600" dirty="0"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573BFB-0B03-4500-9668-C8D53CFF3E84}"/>
              </a:ext>
            </a:extLst>
          </p:cNvPr>
          <p:cNvSpPr txBox="1"/>
          <p:nvPr/>
        </p:nvSpPr>
        <p:spPr>
          <a:xfrm>
            <a:off x="3868921" y="6517181"/>
            <a:ext cx="194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</a:rPr>
              <a:t>5Km Nam </a:t>
            </a:r>
            <a:r>
              <a:rPr lang="en-US" sz="1600" dirty="0" err="1">
                <a:latin typeface="Arial Narrow" panose="020B0606020202030204" pitchFamily="34" charset="0"/>
              </a:rPr>
              <a:t>Trên</a:t>
            </a:r>
            <a:r>
              <a:rPr lang="en-US" sz="1600" dirty="0">
                <a:latin typeface="Arial Narrow" panose="020B0606020202030204" pitchFamily="34" charset="0"/>
              </a:rPr>
              <a:t> 35 </a:t>
            </a:r>
            <a:r>
              <a:rPr lang="en-US" sz="1600" dirty="0" err="1">
                <a:latin typeface="Arial Narrow" panose="020B0606020202030204" pitchFamily="34" charset="0"/>
              </a:rPr>
              <a:t>tuổi</a:t>
            </a:r>
            <a:endParaRPr lang="en-US" sz="1600" dirty="0">
              <a:latin typeface="Arial Narrow" panose="020B0606020202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6D8C2-3368-4713-8881-389500DC5312}"/>
              </a:ext>
            </a:extLst>
          </p:cNvPr>
          <p:cNvSpPr txBox="1"/>
          <p:nvPr/>
        </p:nvSpPr>
        <p:spPr>
          <a:xfrm>
            <a:off x="6967260" y="6519446"/>
            <a:ext cx="194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</a:rPr>
              <a:t>5Km </a:t>
            </a:r>
            <a:r>
              <a:rPr lang="en-US" sz="1600" dirty="0" err="1">
                <a:latin typeface="Arial Narrow" panose="020B0606020202030204" pitchFamily="34" charset="0"/>
              </a:rPr>
              <a:t>Nữ</a:t>
            </a:r>
            <a:r>
              <a:rPr lang="en-US" sz="1600" dirty="0">
                <a:latin typeface="Arial Narrow" panose="020B0606020202030204" pitchFamily="34" charset="0"/>
              </a:rPr>
              <a:t> </a:t>
            </a:r>
            <a:r>
              <a:rPr lang="en-US" sz="1600" dirty="0" err="1">
                <a:latin typeface="Arial Narrow" panose="020B0606020202030204" pitchFamily="34" charset="0"/>
              </a:rPr>
              <a:t>Dưới</a:t>
            </a:r>
            <a:r>
              <a:rPr lang="en-US" sz="1600" dirty="0">
                <a:latin typeface="Arial Narrow" panose="020B0606020202030204" pitchFamily="34" charset="0"/>
              </a:rPr>
              <a:t> 35 </a:t>
            </a:r>
            <a:r>
              <a:rPr lang="en-US" sz="1600" dirty="0" err="1">
                <a:latin typeface="Arial Narrow" panose="020B0606020202030204" pitchFamily="34" charset="0"/>
              </a:rPr>
              <a:t>tuổi</a:t>
            </a:r>
            <a:endParaRPr lang="en-US" sz="1600" dirty="0">
              <a:latin typeface="Arial Narrow" panose="020B06060202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0FEE2-6E35-4D7C-B746-45317C987126}"/>
              </a:ext>
            </a:extLst>
          </p:cNvPr>
          <p:cNvSpPr txBox="1"/>
          <p:nvPr/>
        </p:nvSpPr>
        <p:spPr>
          <a:xfrm>
            <a:off x="9442026" y="6517181"/>
            <a:ext cx="1946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</a:rPr>
              <a:t>5Km </a:t>
            </a:r>
            <a:r>
              <a:rPr lang="en-US" sz="1600" dirty="0" err="1">
                <a:latin typeface="Arial Narrow" panose="020B0606020202030204" pitchFamily="34" charset="0"/>
              </a:rPr>
              <a:t>Nữ</a:t>
            </a:r>
            <a:r>
              <a:rPr lang="en-US" sz="1600" dirty="0">
                <a:latin typeface="Arial Narrow" panose="020B0606020202030204" pitchFamily="34" charset="0"/>
              </a:rPr>
              <a:t> </a:t>
            </a:r>
            <a:r>
              <a:rPr lang="en-US" sz="1600" dirty="0" err="1">
                <a:latin typeface="Arial Narrow" panose="020B0606020202030204" pitchFamily="34" charset="0"/>
              </a:rPr>
              <a:t>Trên</a:t>
            </a:r>
            <a:r>
              <a:rPr lang="en-US" sz="1600" dirty="0">
                <a:latin typeface="Arial Narrow" panose="020B0606020202030204" pitchFamily="34" charset="0"/>
              </a:rPr>
              <a:t> 35 </a:t>
            </a:r>
            <a:r>
              <a:rPr lang="en-US" sz="1600" dirty="0" err="1">
                <a:latin typeface="Arial Narrow" panose="020B0606020202030204" pitchFamily="34" charset="0"/>
              </a:rPr>
              <a:t>tuổi</a:t>
            </a:r>
            <a:endParaRPr lang="en-US" sz="1600" dirty="0">
              <a:latin typeface="Arial Narrow" panose="020B06060202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586E2-0C76-4690-BECC-742A9E5C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8098"/>
          </a:xfrm>
        </p:spPr>
        <p:txBody>
          <a:bodyPr>
            <a:normAutofit fontScale="90000"/>
          </a:bodyPr>
          <a:lstStyle/>
          <a:p>
            <a:r>
              <a:rPr lang="en-US" dirty="0"/>
              <a:t>NHẬN DIỆN BIB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5B025-7825-45EE-96DF-9E83CC91E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41436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921583-3376-4C45-8A62-78DD32FF8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84757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A6C60-C255-4A4E-AFE5-B18B23B1C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4770075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B9DD52-F841-4ED9-8F88-363273F5B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696" y="4770075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26485D-D3BC-4B94-851F-F2D95B0E7D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86" y="1020438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E5A08F-1AB2-4048-9A14-ADC5073E66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86" y="2884757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1AFAE7-194F-469A-8033-2F023BA9A8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86" y="4770075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37852A3-3303-4B15-847B-41E55A139F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778" y="4770075"/>
            <a:ext cx="2471246" cy="1747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053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KIỂM SOÁT VÒNG CHẠY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115"/>
            <a:ext cx="6416040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homestay 5, Km </a:t>
            </a:r>
            <a:r>
              <a:rPr lang="en-US" dirty="0" err="1"/>
              <a:t>số</a:t>
            </a:r>
            <a:r>
              <a:rPr lang="en-US" dirty="0"/>
              <a:t> 1,1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Phạm Văn </a:t>
            </a:r>
            <a:r>
              <a:rPr lang="en-US" dirty="0" err="1"/>
              <a:t>Nhất</a:t>
            </a:r>
            <a:endParaRPr lang="en-US" dirty="0"/>
          </a:p>
          <a:p>
            <a:pPr lvl="1"/>
            <a:r>
              <a:rPr lang="en-US" dirty="0" err="1"/>
              <a:t>Đào</a:t>
            </a:r>
            <a:r>
              <a:rPr lang="en-US" dirty="0"/>
              <a:t> Minh Anh</a:t>
            </a:r>
          </a:p>
          <a:p>
            <a:pPr lvl="1"/>
            <a:r>
              <a:rPr lang="en-US" dirty="0"/>
              <a:t>Nguyễn Thu Mai</a:t>
            </a:r>
          </a:p>
          <a:p>
            <a:pPr lvl="1"/>
            <a:r>
              <a:rPr lang="en-US" dirty="0"/>
              <a:t>Nguyễn Thái </a:t>
            </a:r>
            <a:r>
              <a:rPr lang="en-US" dirty="0" err="1"/>
              <a:t>Mỹ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012399-7EE5-49E0-88EF-60F8FCEFB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20" y="2063114"/>
            <a:ext cx="4461907" cy="47948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392C17-9DCC-429C-8390-B71750CE9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056" y="3438525"/>
            <a:ext cx="3143250" cy="3419475"/>
          </a:xfrm>
          <a:prstGeom prst="rect">
            <a:avLst/>
          </a:prstGeom>
        </p:spPr>
      </p:pic>
      <p:sp>
        <p:nvSpPr>
          <p:cNvPr id="4" name="Arrow: Left 3">
            <a:hlinkClick r:id="rId4" action="ppaction://hlinksldjump"/>
            <a:extLst>
              <a:ext uri="{FF2B5EF4-FFF2-40B4-BE49-F238E27FC236}">
                <a16:creationId xmlns:a16="http://schemas.microsoft.com/office/drawing/2014/main" id="{D5CC6F3F-175F-4231-9470-01E79F4A8A62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64559-E884-4663-A7C7-C2D2FDBCB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090" y="4023359"/>
            <a:ext cx="500006" cy="1231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12046B-8C4D-4B1D-BB02-460C9539F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52" y="6071675"/>
            <a:ext cx="3516390" cy="687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585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ĐIỀU HƯỚNG, GIÁM SÁT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115"/>
            <a:ext cx="4191000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Khu</a:t>
            </a:r>
            <a:r>
              <a:rPr lang="en-US" dirty="0"/>
              <a:t> Bus Stop A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Lê Hoàng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CB989-B1AF-4DCE-9452-E7B5A219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720" y="1092828"/>
            <a:ext cx="4418584" cy="56940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0E5EA-104E-4057-932A-0796103C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106" y="3429000"/>
            <a:ext cx="3666014" cy="3357880"/>
          </a:xfrm>
          <a:prstGeom prst="rect">
            <a:avLst/>
          </a:prstGeom>
        </p:spPr>
      </p:pic>
      <p:sp>
        <p:nvSpPr>
          <p:cNvPr id="6" name="Arrow: Left 5">
            <a:hlinkClick r:id="rId4" action="ppaction://hlinksldjump"/>
            <a:extLst>
              <a:ext uri="{FF2B5EF4-FFF2-40B4-BE49-F238E27FC236}">
                <a16:creationId xmlns:a16="http://schemas.microsoft.com/office/drawing/2014/main" id="{03FFDB9E-559A-467A-9298-8C4A9C5822BB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45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ĐIỀU HƯỚNG, GIÁM SÁT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115"/>
            <a:ext cx="4709160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khách C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Duy </a:t>
            </a:r>
            <a:r>
              <a:rPr lang="en-US" dirty="0" err="1"/>
              <a:t>Hoạt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0046A-7C8F-465D-9082-63109EA03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215" y="1606550"/>
            <a:ext cx="5124450" cy="4886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0EBBF-C746-409A-AF83-4332B48B4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120" y="3252512"/>
            <a:ext cx="3169920" cy="3240363"/>
          </a:xfrm>
          <a:prstGeom prst="rect">
            <a:avLst/>
          </a:prstGeom>
        </p:spPr>
      </p:pic>
      <p:sp>
        <p:nvSpPr>
          <p:cNvPr id="6" name="Arrow: Left 5">
            <a:hlinkClick r:id="rId4" action="ppaction://hlinksldjump"/>
            <a:extLst>
              <a:ext uri="{FF2B5EF4-FFF2-40B4-BE49-F238E27FC236}">
                <a16:creationId xmlns:a16="http://schemas.microsoft.com/office/drawing/2014/main" id="{05385A69-3A4B-46C4-9087-277F666C82DF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7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ĐIỀU HƯỚNG, GIÁM SÁT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115"/>
            <a:ext cx="4709160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Ngã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trống</a:t>
            </a:r>
            <a:endParaRPr lang="en-US" dirty="0"/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Minh </a:t>
            </a:r>
            <a:r>
              <a:rPr lang="en-US" dirty="0" err="1"/>
              <a:t>Hiếu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2AEE4-4A89-4781-B254-E1E236E60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20" y="3344083"/>
            <a:ext cx="3074352" cy="3148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C22C6-8CAC-438E-A866-E80FE70E0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2" y="1432560"/>
            <a:ext cx="4709158" cy="5060315"/>
          </a:xfrm>
          <a:prstGeom prst="rect">
            <a:avLst/>
          </a:prstGeom>
        </p:spPr>
      </p:pic>
      <p:sp>
        <p:nvSpPr>
          <p:cNvPr id="7" name="Arrow: Left 6">
            <a:hlinkClick r:id="rId4" action="ppaction://hlinksldjump"/>
            <a:extLst>
              <a:ext uri="{FF2B5EF4-FFF2-40B4-BE49-F238E27FC236}">
                <a16:creationId xmlns:a16="http://schemas.microsoft.com/office/drawing/2014/main" id="{AF811090-9B6A-4B2A-98A0-834845A00DD3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2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4D73-9F24-4932-8DE4-DACA943C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ĐIỀU HƯỚNG, GIÁM SÁT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577F-EB39-4DA8-8B5E-64A0B3B7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35" y="2063115"/>
            <a:ext cx="5796280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lối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hố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H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Đình </a:t>
            </a:r>
            <a:r>
              <a:rPr lang="en-US" dirty="0" err="1"/>
              <a:t>Thông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9BC11-FB2A-42BC-BD45-702FE93A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858" y="3168648"/>
            <a:ext cx="3143250" cy="3324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213891-09B6-422D-805A-83503B2B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60" y="1523998"/>
            <a:ext cx="4456992" cy="4968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BF8BA8-19E5-4D45-9E50-63BB3185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464" y="1523998"/>
            <a:ext cx="4548188" cy="4968875"/>
          </a:xfrm>
          <a:prstGeom prst="rect">
            <a:avLst/>
          </a:prstGeom>
        </p:spPr>
      </p:pic>
      <p:sp>
        <p:nvSpPr>
          <p:cNvPr id="7" name="Arrow: Left 6">
            <a:hlinkClick r:id="rId5" action="ppaction://hlinksldjump"/>
            <a:extLst>
              <a:ext uri="{FF2B5EF4-FFF2-40B4-BE49-F238E27FC236}">
                <a16:creationId xmlns:a16="http://schemas.microsoft.com/office/drawing/2014/main" id="{760CB151-9E86-45FD-AEC2-B3FE06AD4027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30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9D025-C97F-4725-B88E-C172DA1D2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" t="14650" r="35848"/>
          <a:stretch/>
        </p:blipFill>
        <p:spPr>
          <a:xfrm>
            <a:off x="5480387" y="4471065"/>
            <a:ext cx="3775373" cy="23869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E82A64-1EE2-43CA-A443-81AC232A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695"/>
            <a:ext cx="10515600" cy="1030421"/>
          </a:xfrm>
        </p:spPr>
        <p:txBody>
          <a:bodyPr/>
          <a:lstStyle/>
          <a:p>
            <a:pPr algn="ctr"/>
            <a:r>
              <a:rPr lang="en-US" dirty="0"/>
              <a:t>KHU VỰC TIẾP NƯỚC &amp; Y TẾ SỐ 1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77176B3-D34A-40B8-BC2D-99A27C8DB0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"/>
          <a:stretch/>
        </p:blipFill>
        <p:spPr>
          <a:xfrm>
            <a:off x="7928947" y="2063115"/>
            <a:ext cx="3775373" cy="238693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FFA9D7-965D-4D26-941C-D87BD2FC0FC4}"/>
              </a:ext>
            </a:extLst>
          </p:cNvPr>
          <p:cNvSpPr txBox="1">
            <a:spLocks/>
          </p:cNvSpPr>
          <p:nvPr/>
        </p:nvSpPr>
        <p:spPr>
          <a:xfrm>
            <a:off x="622935" y="2063115"/>
            <a:ext cx="5796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Trạm</a:t>
            </a:r>
            <a:r>
              <a:rPr lang="en-US" dirty="0"/>
              <a:t> </a:t>
            </a:r>
            <a:r>
              <a:rPr lang="en-US" dirty="0" err="1"/>
              <a:t>nghỉ</a:t>
            </a:r>
            <a:r>
              <a:rPr lang="en-US" dirty="0"/>
              <a:t>, Km </a:t>
            </a:r>
            <a:r>
              <a:rPr lang="en-US" dirty="0" err="1"/>
              <a:t>số</a:t>
            </a:r>
            <a:r>
              <a:rPr lang="en-US" dirty="0"/>
              <a:t> 2,3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Hoàng Thanh Hải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y </a:t>
            </a:r>
            <a:r>
              <a:rPr lang="en-US" dirty="0" err="1"/>
              <a:t>tế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BS </a:t>
            </a:r>
            <a:r>
              <a:rPr lang="en-US" dirty="0" err="1"/>
              <a:t>Võ</a:t>
            </a:r>
            <a:r>
              <a:rPr lang="en-US" dirty="0"/>
              <a:t> Thị Mai Anh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Arrow: Left 5">
            <a:hlinkClick r:id="rId4" action="ppaction://hlinksldjump"/>
            <a:extLst>
              <a:ext uri="{FF2B5EF4-FFF2-40B4-BE49-F238E27FC236}">
                <a16:creationId xmlns:a16="http://schemas.microsoft.com/office/drawing/2014/main" id="{4876625F-90B6-4FF4-9BA9-AA4E84BDFA61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2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2A64-1EE2-43CA-A443-81AC232A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695"/>
            <a:ext cx="10515600" cy="1030421"/>
          </a:xfrm>
        </p:spPr>
        <p:txBody>
          <a:bodyPr/>
          <a:lstStyle/>
          <a:p>
            <a:pPr algn="ctr"/>
            <a:r>
              <a:rPr lang="en-US" dirty="0"/>
              <a:t>KHU VỰC Y TẾ SỐ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C05A4-83F2-457D-B563-D32373371E35}"/>
              </a:ext>
            </a:extLst>
          </p:cNvPr>
          <p:cNvSpPr txBox="1">
            <a:spLocks/>
          </p:cNvSpPr>
          <p:nvPr/>
        </p:nvSpPr>
        <p:spPr>
          <a:xfrm>
            <a:off x="622934" y="2063115"/>
            <a:ext cx="56457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Trạm</a:t>
            </a:r>
            <a:r>
              <a:rPr lang="en-US" dirty="0"/>
              <a:t> </a:t>
            </a:r>
            <a:r>
              <a:rPr lang="en-US" dirty="0" err="1"/>
              <a:t>nghỉ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cỏ</a:t>
            </a:r>
            <a:r>
              <a:rPr lang="en-US" dirty="0"/>
              <a:t>, Km </a:t>
            </a:r>
            <a:r>
              <a:rPr lang="en-US" dirty="0" err="1"/>
              <a:t>số</a:t>
            </a:r>
            <a:r>
              <a:rPr lang="en-US" dirty="0"/>
              <a:t> 4,1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Dương</a:t>
            </a:r>
            <a:r>
              <a:rPr lang="en-US" dirty="0"/>
              <a:t> Hải Anh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y </a:t>
            </a:r>
            <a:r>
              <a:rPr lang="en-US" dirty="0" err="1"/>
              <a:t>tế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BS Quang Tuấn Anh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B76AE8-A9F2-4A34-BC9A-339005D0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50" y="2063115"/>
            <a:ext cx="5564540" cy="3399154"/>
          </a:xfrm>
          <a:prstGeom prst="rect">
            <a:avLst/>
          </a:prstGeom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886671D2-E585-4D1D-A90E-5B140892F565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7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E74F-74BF-4D6E-A7A0-B4CC4296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KHU VỰC CHỤP ẢNH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1DA37A-5E46-43F4-B58E-914E98711D74}"/>
              </a:ext>
            </a:extLst>
          </p:cNvPr>
          <p:cNvGrpSpPr/>
          <p:nvPr/>
        </p:nvGrpSpPr>
        <p:grpSpPr>
          <a:xfrm>
            <a:off x="4429760" y="3662680"/>
            <a:ext cx="7589520" cy="3124200"/>
            <a:chOff x="0" y="1825625"/>
            <a:chExt cx="12037607" cy="4673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B6327B-4A01-4C8F-BC70-0085FAB136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7346" b="2746"/>
            <a:stretch/>
          </p:blipFill>
          <p:spPr>
            <a:xfrm>
              <a:off x="1122680" y="1825625"/>
              <a:ext cx="10914927" cy="46733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9DCCB0-485B-4EB2-8C07-8B5CF4C745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59" r="14550"/>
            <a:stretch/>
          </p:blipFill>
          <p:spPr>
            <a:xfrm>
              <a:off x="0" y="1825625"/>
              <a:ext cx="6307367" cy="4673385"/>
            </a:xfrm>
            <a:prstGeom prst="rect">
              <a:avLst/>
            </a:prstGeom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8CFB88-1D04-459C-8934-072268D95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34" y="2063115"/>
            <a:ext cx="7159625" cy="4351338"/>
          </a:xfrm>
        </p:spPr>
        <p:txBody>
          <a:bodyPr/>
          <a:lstStyle/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: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, Km </a:t>
            </a:r>
            <a:r>
              <a:rPr lang="en-US" dirty="0" err="1"/>
              <a:t>số</a:t>
            </a:r>
            <a:r>
              <a:rPr lang="en-US" dirty="0"/>
              <a:t> 3,2</a:t>
            </a:r>
          </a:p>
          <a:p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: Media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03D34C-A8C0-4BBA-98AE-E626B2A62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662680"/>
            <a:ext cx="3152775" cy="3124200"/>
          </a:xfrm>
          <a:prstGeom prst="rect">
            <a:avLst/>
          </a:prstGeom>
        </p:spPr>
      </p:pic>
      <p:sp>
        <p:nvSpPr>
          <p:cNvPr id="8" name="Arrow: Left 7">
            <a:hlinkClick r:id="rId5" action="ppaction://hlinksldjump"/>
            <a:extLst>
              <a:ext uri="{FF2B5EF4-FFF2-40B4-BE49-F238E27FC236}">
                <a16:creationId xmlns:a16="http://schemas.microsoft.com/office/drawing/2014/main" id="{97A2538D-2584-46CE-9EB1-943112E2A028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77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47D2F-464D-418C-A79F-6AF32AD2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2138"/>
            <a:ext cx="4881436" cy="493024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TRÂN TRỌNG CẢM ƠN</a:t>
            </a:r>
          </a:p>
        </p:txBody>
      </p:sp>
      <p:pic>
        <p:nvPicPr>
          <p:cNvPr id="2052" name="Picture 4" descr="Có thể là hình ảnh về văn bản">
            <a:extLst>
              <a:ext uri="{FF2B5EF4-FFF2-40B4-BE49-F238E27FC236}">
                <a16:creationId xmlns:a16="http://schemas.microsoft.com/office/drawing/2014/main" id="{0498EE7B-E7F1-43FB-90DD-9F99D9C4C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680" y="894861"/>
            <a:ext cx="5384800" cy="538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06FA6571-6312-48DB-99BA-C5705C02C73B}"/>
              </a:ext>
            </a:extLst>
          </p:cNvPr>
          <p:cNvSpPr/>
          <p:nvPr/>
        </p:nvSpPr>
        <p:spPr>
          <a:xfrm>
            <a:off x="115747" y="6516547"/>
            <a:ext cx="312516" cy="24306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246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PPT 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PPT 2020" id="{314110AE-079E-4179-AEA8-F037B08E9A32}" vid="{3D261417-3BFC-4A97-A3F9-C212ECC679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PPT 2020</Template>
  <TotalTime>1118</TotalTime>
  <Words>571</Words>
  <Application>Microsoft Office PowerPoint</Application>
  <PresentationFormat>Widescreen</PresentationFormat>
  <Paragraphs>157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Narrow</vt:lpstr>
      <vt:lpstr>Calibri</vt:lpstr>
      <vt:lpstr>Lato</vt:lpstr>
      <vt:lpstr>Lato Black</vt:lpstr>
      <vt:lpstr>Lato Bold</vt:lpstr>
      <vt:lpstr>Lato Heavy</vt:lpstr>
      <vt:lpstr>Theme PPT 2020</vt:lpstr>
      <vt:lpstr>PowerPoint Presentation</vt:lpstr>
      <vt:lpstr>THÔNG TIN CHUNG</vt:lpstr>
      <vt:lpstr>THỂ THỨC THI ĐẤU</vt:lpstr>
      <vt:lpstr>SƠ ĐỒ TỔNG THỂ CUNG ĐƯỜNG CHẠY VÀ CÁC VỊ TRÍ TRẠM</vt:lpstr>
      <vt:lpstr>PowerPoint Presentation</vt:lpstr>
      <vt:lpstr>KHU VỰC SỐ 0 – XUẤT PHÁT/VỀ ĐÍCH</vt:lpstr>
      <vt:lpstr>NHẬN DIỆN BIB</vt:lpstr>
      <vt:lpstr>KIỂM SOÁT VÒNG CHẠY</vt:lpstr>
      <vt:lpstr>ĐIỀU HƯỚNG, GIÁM SÁT 1</vt:lpstr>
      <vt:lpstr>ĐIỀU HƯỚNG, GIÁM SÁT 2</vt:lpstr>
      <vt:lpstr>ĐIỀU HƯỚNG, GIÁM SÁT 3</vt:lpstr>
      <vt:lpstr>ĐIỀU HƯỚNG, GIÁM SÁT 4</vt:lpstr>
      <vt:lpstr>KHU VỰC TIẾP NƯỚC &amp; Y TẾ SỐ 1</vt:lpstr>
      <vt:lpstr>KHU VỰC Y TẾ SỐ 2</vt:lpstr>
      <vt:lpstr>KHU VỰC CHỤP ẢNH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Long Tuan</dc:creator>
  <cp:lastModifiedBy>Long Tuan</cp:lastModifiedBy>
  <cp:revision>84</cp:revision>
  <dcterms:created xsi:type="dcterms:W3CDTF">2026-08-04T05:24:08Z</dcterms:created>
  <dcterms:modified xsi:type="dcterms:W3CDTF">2026-10-16T06:02:29Z</dcterms:modified>
</cp:coreProperties>
</file>